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1"/>
  </p:notesMasterIdLst>
  <p:sldIdLst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2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28.jpg"/><Relationship Id="rId5" Type="http://schemas.openxmlformats.org/officeDocument/2006/relationships/image" Target="../media/image82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Trdelnik</a:t>
            </a:r>
            <a:endParaRPr lang="ru-RU" sz="4800"/>
          </a:p>
        </p:txBody>
      </p:sp>
      <p:pic>
        <p:nvPicPr>
          <p:cNvPr id="1636791008" name="Рисунок 3" descr="beeline_business_white.png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>
          <a:xfrm>
            <a:off x="305186" y="329801"/>
            <a:ext cx="3314047" cy="1082589"/>
          </a:xfrm>
        </p:spPr>
      </p:pic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293741"/>
            <a:ext cx="8930641" cy="757174"/>
          </a:xfrm>
        </p:spPr>
        <p:txBody>
          <a:bodyPr anchor="ctr"/>
          <a:lstStyle/>
          <a:p>
            <a:pPr indent="0" marL="268288">
              <a:defRPr/>
            </a:pPr>
            <a:r>
              <a:rPr lang="ru-RU" sz="1600"/>
              <a:t>3. Интеллектуальный сервис планирования рабочих маршрутов для инженеров с учетом временных окон и сложности проводимых работ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pic>
        <p:nvPicPr>
          <p:cNvPr id="1609484257" name="Рисунок 1" descr="team_pair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1" r="31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200">
                <a:solidFill>
                  <a:schemeClr val="tx1"/>
                </a:solidFill>
              </a:rPr>
              <a:t>Во всех 88 тестовых задачах (100%) план выходит на доказанный минимум бригад, пробег в среднем на 0,06% выше теоретической нижней границы. По сравнению с базовым вариантом из ТЗ бригад на 29% меньше, и выполнены все заявки, которые можно выполнить (у базового варианта 78%).</a:t>
            </a:r>
            <a:endParaRPr/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Никита Подгузов, бекенд-разработчик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2 человека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вместе работаем в маленьком стартапе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</a:t>
            </a:r>
            <a:r>
              <a:rPr b="0">
                <a:solidFill>
                  <a:schemeClr val="tx1"/>
                </a:solidFill>
              </a:rPr>
              <a:t>Санкт-Петербург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Команда Trdelnik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16916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/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 sz="1100">
                <a:solidFill>
                  <a:schemeClr val="tx1"/>
                </a:solidFill>
              </a:rPr>
              <a:t>Быстрый оптимизатор на C++: начальный план по упущенной выгоде (regret insertion), затем 8 параллельных потоков улучшают его имитацией отжига, ALNS (частичное разрушение и восстановление плана) и SISR (Slack Induction by String Removals, перестановка цепочек заявок). За 3 секунды находит распределение бригад, максимально приближенное к теоретически оптимальному, с учётом навыков, окон и транспорта; в 92% запусков план теоретически оптимален и по бригадам, и по пробегу. Отдельный веб-интерфейс диспетчера показывает распределение на карте.</a:t>
            </a:r>
            <a:endParaRPr/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615230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632458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Дизайнер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@KseniiaShor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+7 911 133-12-08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Стартап Admin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632458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Ксения Шор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84698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pic>
        <p:nvPicPr>
          <p:cNvPr id="1172799835" name="Рисунок 1" descr="nikita_crop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/>
          <a:stretch>
            <a:fillRect/>
          </a:stretch>
        </p:blipFill>
        <p:spPr>
          <a:xfrm>
            <a:off x="4167137" y="1816054"/>
            <a:ext cx="1552901" cy="1552901"/>
          </a:xfrm>
          <a:prstGeom prst="ellipse">
            <a:avLst/>
          </a:prstGeom>
        </p:spPr>
      </p:pic>
      <p:pic>
        <p:nvPicPr>
          <p:cNvPr id="288949743" name="Рисунок 2" descr="kseniia_crop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/>
          <a:stretch>
            <a:fillRect/>
          </a:stretch>
        </p:blipFill>
        <p:spPr>
          <a:xfrm>
            <a:off x="6477457" y="1826554"/>
            <a:ext cx="1542401" cy="1542401"/>
          </a:xfrm>
          <a:prstGeom prst="ellipse">
            <a:avLst/>
          </a:prstGeom>
        </p:spPr>
      </p:pic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 TRDELNIK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4019268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Капитан, бекенд-разработчик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@Nikitosh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+7 993 478-72-39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Стартап Admin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401926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Никита Подгузов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 TRDELNIK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Вместе работаем в маленьком стартапе, участвовали в ЛЦТ в 2024 году.</a:t>
            </a:r>
            <a:endParaRPr/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Пришлось много работать с синтетическими данными и придумывать, какие сценарии касательно навыков и транспорта нужно уметь поддерживать.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Нам интересны задачи на оптимизацию. Здесь качество плана можно посчитать и сравнить с тем, как день распределил диспетчер.</a:t>
            </a:r>
            <a:endParaRPr/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Время в пути по реальным дорогам: свой сервер OSRM с поправкой по Яндекс Картам и надбавкой на поиск дома и парковку, модель общественного транспорта.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Оптимизатор на C++. Восемь потоков с разными эвристиками (имитация отжига, ALNS, SISR) обмениваются лучшим решением, план участка готов за 3 секунды.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Нижняя граница методом генерации столбцов (задача линейного программирования о покрытии заявок маршрутами) показывает, насколько план близок к оптимуму.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Валидация итогового распределения на корректность отдельным модулем, независимым от оптимизатора.</a:t>
            </a:r>
            <a:endParaRPr/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Те же заявки выполняет меньше бригад: на Востоке 7 вместо 12, на Югоцентре 6 вместо 11.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Диспетчер видит маршруты на карте и может посмотреть, почему заявка досталась конкретной бригаде.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Алгоритм очень быстрый: участок считается за 3 секунды, поэтому решение можно масштабировать примерно в 1000 раз.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На вход нужна только выгрузка заявок в CSV.</a:t>
            </a:r>
            <a:endParaRPr/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Дальше хотим добавить пробки, расписания транспорта, обеды, разные смены и планирование на несколько дней.</a:t>
            </a:r>
            <a:endParaRPr/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