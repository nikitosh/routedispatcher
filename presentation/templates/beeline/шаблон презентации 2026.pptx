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256" r:id="rId5"/>
    <p:sldId id="287" r:id="rId6"/>
    <p:sldId id="286" r:id="rId7"/>
    <p:sldId id="257" r:id="rId8"/>
    <p:sldId id="258" r:id="rId9"/>
    <p:sldId id="285" r:id="rId10"/>
    <p:sldId id="284" r:id="rId11"/>
    <p:sldId id="288" r:id="rId12"/>
    <p:sldId id="291" r:id="rId13"/>
    <p:sldId id="298" r:id="rId14"/>
    <p:sldId id="290" r:id="rId15"/>
    <p:sldId id="292" r:id="rId16"/>
    <p:sldId id="289" r:id="rId17"/>
    <p:sldId id="293" r:id="rId18"/>
    <p:sldId id="294" r:id="rId19"/>
    <p:sldId id="295" r:id="rId20"/>
    <p:sldId id="296" r:id="rId21"/>
    <p:sldId id="297" r:id="rId22"/>
    <p:sldId id="299" r:id="rId23"/>
    <p:sldId id="300" r:id="rId24"/>
    <p:sldId id="301" r:id="rId25"/>
    <p:sldId id="282" r:id="rId26"/>
    <p:sldId id="302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26"/>
  </p:normalViewPr>
  <p:slideViewPr>
    <p:cSldViewPr snapToGrid="0">
      <p:cViewPr varScale="1">
        <p:scale>
          <a:sx n="58" d="100"/>
          <a:sy n="58" d="100"/>
        </p:scale>
        <p:origin x="-156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935900000000001"/>
          <c:y val="2.5860999999999999E-2"/>
          <c:w val="0.875641"/>
          <c:h val="0.9526670000000000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FFC80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376.1533</c:v>
                </c:pt>
                <c:pt idx="1">
                  <c:v>1976.3227999999999</c:v>
                </c:pt>
                <c:pt idx="2">
                  <c:v>1868.7100029999999</c:v>
                </c:pt>
                <c:pt idx="3">
                  <c:v>1777.145064</c:v>
                </c:pt>
                <c:pt idx="4">
                  <c:v>2066.5954240000001</c:v>
                </c:pt>
                <c:pt idx="5">
                  <c:v>1730.5570270000001</c:v>
                </c:pt>
                <c:pt idx="6">
                  <c:v>1812.973039</c:v>
                </c:pt>
                <c:pt idx="7">
                  <c:v>2125.3859080000002</c:v>
                </c:pt>
                <c:pt idx="8">
                  <c:v>1656.480632</c:v>
                </c:pt>
                <c:pt idx="9">
                  <c:v>1869.0210999999999</c:v>
                </c:pt>
                <c:pt idx="10">
                  <c:v>1572.2211090000001</c:v>
                </c:pt>
                <c:pt idx="11">
                  <c:v>2427.3184919999999</c:v>
                </c:pt>
                <c:pt idx="12">
                  <c:v>1738.876444</c:v>
                </c:pt>
                <c:pt idx="13">
                  <c:v>1794.4089719999999</c:v>
                </c:pt>
                <c:pt idx="14">
                  <c:v>1619.32591</c:v>
                </c:pt>
                <c:pt idx="15">
                  <c:v>1205.5032960000001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B-7C43-986F-81AF0877C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000000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87432E-2"/>
          <c:y val="2.56603E-2"/>
          <c:w val="0.94625700000000001"/>
          <c:h val="0.952937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FF000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1905.4084</c:v>
                </c:pt>
                <c:pt idx="1">
                  <c:v>3389.5622349999999</c:v>
                </c:pt>
                <c:pt idx="2">
                  <c:v>4438.2773820000002</c:v>
                </c:pt>
                <c:pt idx="3">
                  <c:v>2995.7107000000001</c:v>
                </c:pt>
                <c:pt idx="4">
                  <c:v>2112.4665</c:v>
                </c:pt>
                <c:pt idx="5">
                  <c:v>2360.4544999999998</c:v>
                </c:pt>
                <c:pt idx="6">
                  <c:v>2461.7118</c:v>
                </c:pt>
                <c:pt idx="7">
                  <c:v>2564.4868000000001</c:v>
                </c:pt>
                <c:pt idx="8">
                  <c:v>2894.8322880000001</c:v>
                </c:pt>
                <c:pt idx="9">
                  <c:v>2493.3278620000001</c:v>
                </c:pt>
                <c:pt idx="10">
                  <c:v>2725.109031</c:v>
                </c:pt>
                <c:pt idx="11">
                  <c:v>4541.4672989999999</c:v>
                </c:pt>
                <c:pt idx="12">
                  <c:v>1862.5172</c:v>
                </c:pt>
                <c:pt idx="13">
                  <c:v>2519.2826140000002</c:v>
                </c:pt>
                <c:pt idx="14">
                  <c:v>3118.7021049999998</c:v>
                </c:pt>
                <c:pt idx="15">
                  <c:v>3930.8648680000001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C9-0140-B482-CC83AF736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87432E-2"/>
          <c:y val="2.56603E-2"/>
          <c:w val="0.94625700000000001"/>
          <c:h val="0.952937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00000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2136.1143280000001</c:v>
                </c:pt>
                <c:pt idx="1">
                  <c:v>1882.9703</c:v>
                </c:pt>
                <c:pt idx="2">
                  <c:v>1677.8920989999999</c:v>
                </c:pt>
                <c:pt idx="3">
                  <c:v>1588.8463389999999</c:v>
                </c:pt>
                <c:pt idx="4">
                  <c:v>1851.8447000000001</c:v>
                </c:pt>
                <c:pt idx="5">
                  <c:v>1978.1487999999999</c:v>
                </c:pt>
                <c:pt idx="6">
                  <c:v>1954.2873999999999</c:v>
                </c:pt>
                <c:pt idx="7">
                  <c:v>1327.8020839999999</c:v>
                </c:pt>
                <c:pt idx="8">
                  <c:v>1687.8095510000001</c:v>
                </c:pt>
                <c:pt idx="9">
                  <c:v>2331.8870999999999</c:v>
                </c:pt>
                <c:pt idx="10">
                  <c:v>1934.2977000000001</c:v>
                </c:pt>
                <c:pt idx="11">
                  <c:v>2517.35322</c:v>
                </c:pt>
                <c:pt idx="12">
                  <c:v>1511.2479000000001</c:v>
                </c:pt>
                <c:pt idx="13">
                  <c:v>1702.0241000000001</c:v>
                </c:pt>
                <c:pt idx="14">
                  <c:v>2348.7278000000001</c:v>
                </c:pt>
                <c:pt idx="15">
                  <c:v>1865.2411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29-4749-BD63-224F37581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87432E-2"/>
          <c:y val="2.56603E-2"/>
          <c:w val="0.94625700000000001"/>
          <c:h val="0.952937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00B0F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2707.0533</c:v>
                </c:pt>
                <c:pt idx="1">
                  <c:v>368.79149999999998</c:v>
                </c:pt>
                <c:pt idx="3">
                  <c:v>1861.4457</c:v>
                </c:pt>
                <c:pt idx="4">
                  <c:v>1725.4219000000001</c:v>
                </c:pt>
                <c:pt idx="5">
                  <c:v>817.35609999999997</c:v>
                </c:pt>
                <c:pt idx="6">
                  <c:v>1868.8986</c:v>
                </c:pt>
                <c:pt idx="7">
                  <c:v>950.13130000000001</c:v>
                </c:pt>
                <c:pt idx="8">
                  <c:v>1728.7609</c:v>
                </c:pt>
                <c:pt idx="9">
                  <c:v>1050.2415000000001</c:v>
                </c:pt>
                <c:pt idx="10">
                  <c:v>1474.8454999999999</c:v>
                </c:pt>
                <c:pt idx="11">
                  <c:v>384.53070000000002</c:v>
                </c:pt>
                <c:pt idx="12">
                  <c:v>2812.4946</c:v>
                </c:pt>
                <c:pt idx="13">
                  <c:v>917.88350000000003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47-8848-9EB9-AC0FCD15C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87432E-2"/>
          <c:y val="2.56603E-2"/>
          <c:w val="0.94625700000000001"/>
          <c:h val="0.952937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7700FF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885.15589999999997</c:v>
                </c:pt>
                <c:pt idx="1">
                  <c:v>80.445599999999999</c:v>
                </c:pt>
                <c:pt idx="2">
                  <c:v>1228.7435250000001</c:v>
                </c:pt>
                <c:pt idx="3">
                  <c:v>1489.7723000000001</c:v>
                </c:pt>
                <c:pt idx="4">
                  <c:v>1005.9321</c:v>
                </c:pt>
                <c:pt idx="5">
                  <c:v>1873.7398700000001</c:v>
                </c:pt>
                <c:pt idx="6">
                  <c:v>2022.9636310000001</c:v>
                </c:pt>
                <c:pt idx="7">
                  <c:v>2269.3096</c:v>
                </c:pt>
                <c:pt idx="8">
                  <c:v>177.30330000000001</c:v>
                </c:pt>
                <c:pt idx="9">
                  <c:v>1256.1578999999999</c:v>
                </c:pt>
                <c:pt idx="10">
                  <c:v>1327.9380000000001</c:v>
                </c:pt>
                <c:pt idx="11">
                  <c:v>1438.4340999999999</c:v>
                </c:pt>
                <c:pt idx="12">
                  <c:v>2104.1410000000001</c:v>
                </c:pt>
                <c:pt idx="13">
                  <c:v>2577.8780539999998</c:v>
                </c:pt>
                <c:pt idx="14">
                  <c:v>604.84460000000001</c:v>
                </c:pt>
                <c:pt idx="15">
                  <c:v>1177.8947000000001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02-BE4B-B650-FEF1C876E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4.87432E-2"/>
          <c:y val="2.56603E-2"/>
          <c:w val="0.94625700000000001"/>
          <c:h val="0.9529379999999999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GRPs Все 25-45</c:v>
                </c:pt>
              </c:strCache>
            </c:strRef>
          </c:tx>
          <c:spPr>
            <a:solidFill>
              <a:srgbClr val="00B050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Sheet1!$A$2:$A$17</c:f>
              <c:strCache>
                <c:ptCount val="16"/>
                <c:pt idx="0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3584.1331</c:v>
                </c:pt>
                <c:pt idx="1">
                  <c:v>2583.1687000000002</c:v>
                </c:pt>
                <c:pt idx="2">
                  <c:v>4471.0132000000003</c:v>
                </c:pt>
                <c:pt idx="3">
                  <c:v>3720.0871000000002</c:v>
                </c:pt>
                <c:pt idx="4">
                  <c:v>4886.9778999999999</c:v>
                </c:pt>
                <c:pt idx="5">
                  <c:v>5177.5535</c:v>
                </c:pt>
                <c:pt idx="6">
                  <c:v>3368.4971</c:v>
                </c:pt>
                <c:pt idx="7">
                  <c:v>4168.0707000000002</c:v>
                </c:pt>
                <c:pt idx="8">
                  <c:v>3638.5754999999999</c:v>
                </c:pt>
                <c:pt idx="9">
                  <c:v>3423.3915000000002</c:v>
                </c:pt>
                <c:pt idx="10">
                  <c:v>4306.616</c:v>
                </c:pt>
                <c:pt idx="11">
                  <c:v>4089.2199000000001</c:v>
                </c:pt>
                <c:pt idx="12">
                  <c:v>3846.1968999999999</c:v>
                </c:pt>
                <c:pt idx="13">
                  <c:v>4001.0331000000001</c:v>
                </c:pt>
                <c:pt idx="14">
                  <c:v>3822.3904000000002</c:v>
                </c:pt>
                <c:pt idx="15">
                  <c:v>2716.3968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9C-0B4E-93A7-F6D691C34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6000"/>
        </c:scaling>
        <c:delete val="0"/>
        <c:axPos val="t"/>
        <c:numFmt formatCode="0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FFFFFF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1500"/>
        <c:minorUnit val="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635800000000002E-2"/>
          <c:y val="4.5856000000000001E-2"/>
          <c:w val="0.82096000000000002"/>
          <c:h val="0.878116000000000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fact</c:v>
                </c:pt>
              </c:strCache>
            </c:strRef>
          </c:tx>
          <c:spPr>
            <a:ln w="19050" cap="rnd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c:spPr>
          </c:marker>
          <c:dLbls>
            <c:numFmt formatCode="&quot; &quot;#,##0&quot;   &quot;;&quot;-&quot;#,##0&quot;   &quot;;&quot; '-&quot;??&quot;   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04040"/>
                    </a:solidFill>
                    <a:latin typeface="Beeline San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11879079.951114999</c:v>
                </c:pt>
                <c:pt idx="1">
                  <c:v>11429679.879611</c:v>
                </c:pt>
                <c:pt idx="2">
                  <c:v>12989747.702011</c:v>
                </c:pt>
                <c:pt idx="3">
                  <c:v>12828909.798533</c:v>
                </c:pt>
                <c:pt idx="4">
                  <c:v>10514426.958287001</c:v>
                </c:pt>
                <c:pt idx="5">
                  <c:v>12094055.073717</c:v>
                </c:pt>
                <c:pt idx="6">
                  <c:v>12496467.737545</c:v>
                </c:pt>
                <c:pt idx="7">
                  <c:v>5850854.4259559996</c:v>
                </c:pt>
                <c:pt idx="8">
                  <c:v>7808525.8726880001</c:v>
                </c:pt>
                <c:pt idx="9">
                  <c:v>4402822.5191940004</c:v>
                </c:pt>
                <c:pt idx="10">
                  <c:v>3867711.0332149998</c:v>
                </c:pt>
                <c:pt idx="11">
                  <c:v>3474580</c:v>
                </c:pt>
                <c:pt idx="12">
                  <c:v>3772352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BA-A148-B45E-25AF7B3F04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plan</c:v>
                </c:pt>
              </c:strCache>
            </c:strRef>
          </c:tx>
          <c:spPr>
            <a:ln w="19050" cap="rnd">
              <a:solidFill>
                <a:srgbClr val="000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15605984.330736</c:v>
                </c:pt>
                <c:pt idx="1">
                  <c:v>22333276.839791998</c:v>
                </c:pt>
                <c:pt idx="2">
                  <c:v>20819000</c:v>
                </c:pt>
                <c:pt idx="3">
                  <c:v>23297923</c:v>
                </c:pt>
                <c:pt idx="4">
                  <c:v>16900000</c:v>
                </c:pt>
                <c:pt idx="5">
                  <c:v>14906000</c:v>
                </c:pt>
                <c:pt idx="6">
                  <c:v>15404000</c:v>
                </c:pt>
                <c:pt idx="7">
                  <c:v>17000000</c:v>
                </c:pt>
                <c:pt idx="8">
                  <c:v>11976000</c:v>
                </c:pt>
                <c:pt idx="9">
                  <c:v>12386000</c:v>
                </c:pt>
                <c:pt idx="10">
                  <c:v>3926507</c:v>
                </c:pt>
                <c:pt idx="11">
                  <c:v>3500000</c:v>
                </c:pt>
                <c:pt idx="12">
                  <c:v>3772352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BA-A148-B45E-25AF7B3F0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in val="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Beeline Sans"/>
                  </a:defRPr>
                </a:pPr>
                <a:r>
                  <a:rPr lang="ru-RU" sz="1600" b="0" i="0" u="none" strike="noStrike">
                    <a:solidFill>
                      <a:srgbClr val="000000"/>
                    </a:solidFill>
                    <a:latin typeface="Beeline Sans"/>
                  </a:rPr>
                  <a:t>Миллионы</a:t>
                </a:r>
              </a:p>
            </c:rich>
          </c:tx>
          <c:overlay val="1"/>
        </c:title>
        <c:numFmt formatCode="#,##0,,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4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6000000"/>
        <c:minorUnit val="30000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8546E-2"/>
          <c:y val="4.9986299999999997E-2"/>
          <c:w val="0.81989199999999995"/>
          <c:h val="0.86826300000000001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19050" cap="rnd">
              <a:solidFill>
                <a:srgbClr val="FFC800"/>
              </a:solidFill>
              <a:prstDash val="sysDot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FFC800"/>
                </a:solidFill>
                <a:prstDash val="sysDot"/>
                <a:miter lim="800000"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1447</c:v>
                </c:pt>
                <c:pt idx="1">
                  <c:v>1349</c:v>
                </c:pt>
                <c:pt idx="2">
                  <c:v>1429</c:v>
                </c:pt>
                <c:pt idx="3">
                  <c:v>5487</c:v>
                </c:pt>
                <c:pt idx="4">
                  <c:v>2040</c:v>
                </c:pt>
                <c:pt idx="5">
                  <c:v>2019</c:v>
                </c:pt>
                <c:pt idx="6">
                  <c:v>1875</c:v>
                </c:pt>
                <c:pt idx="7">
                  <c:v>1110</c:v>
                </c:pt>
                <c:pt idx="8">
                  <c:v>1406</c:v>
                </c:pt>
                <c:pt idx="9">
                  <c:v>887</c:v>
                </c:pt>
                <c:pt idx="10">
                  <c:v>595</c:v>
                </c:pt>
                <c:pt idx="11">
                  <c:v>711</c:v>
                </c:pt>
                <c:pt idx="12">
                  <c:v>740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4C-744B-BF2B-0CD1B81F4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AOV</c:v>
                </c:pt>
              </c:strCache>
            </c:strRef>
          </c:tx>
          <c:spPr>
            <a:ln w="19050" cap="rnd">
              <a:solidFill>
                <a:srgbClr val="6432C8"/>
              </a:solidFill>
              <a:prstDash val="sysDot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6432C8"/>
                </a:solidFill>
                <a:prstDash val="sysDot"/>
                <a:miter lim="800000"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19002.851889000001</c:v>
                </c:pt>
                <c:pt idx="1">
                  <c:v>19658.113731000001</c:v>
                </c:pt>
                <c:pt idx="2">
                  <c:v>21575.540703999999</c:v>
                </c:pt>
                <c:pt idx="3">
                  <c:v>6208.5790710000001</c:v>
                </c:pt>
                <c:pt idx="4">
                  <c:v>12830.129568</c:v>
                </c:pt>
                <c:pt idx="5">
                  <c:v>16429.195834999999</c:v>
                </c:pt>
                <c:pt idx="6">
                  <c:v>15194.334225000001</c:v>
                </c:pt>
                <c:pt idx="7">
                  <c:v>14087.209213</c:v>
                </c:pt>
                <c:pt idx="8">
                  <c:v>13241.865155</c:v>
                </c:pt>
                <c:pt idx="9">
                  <c:v>12277.997964</c:v>
                </c:pt>
                <c:pt idx="10">
                  <c:v>16710.233520000002</c:v>
                </c:pt>
                <c:pt idx="11">
                  <c:v>10007</c:v>
                </c:pt>
                <c:pt idx="12">
                  <c:v>14611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4C-744B-BF2B-0CD1B81F4D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Orders выкуп</c:v>
                </c:pt>
              </c:strCache>
            </c:strRef>
          </c:tx>
          <c:spPr>
            <a:ln w="28575" cap="rnd">
              <a:solidFill>
                <a:srgbClr val="FFC800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FFC800"/>
                </a:solidFill>
                <a:prstDash val="solid"/>
                <a:miter lim="800000"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04040"/>
                    </a:solidFill>
                    <a:latin typeface="Beeline San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828</c:v>
                </c:pt>
                <c:pt idx="1">
                  <c:v>768</c:v>
                </c:pt>
                <c:pt idx="2">
                  <c:v>828</c:v>
                </c:pt>
                <c:pt idx="3">
                  <c:v>3481</c:v>
                </c:pt>
                <c:pt idx="4">
                  <c:v>1254</c:v>
                </c:pt>
                <c:pt idx="5">
                  <c:v>1125</c:v>
                </c:pt>
                <c:pt idx="6">
                  <c:v>1120</c:v>
                </c:pt>
                <c:pt idx="7">
                  <c:v>677</c:v>
                </c:pt>
                <c:pt idx="8">
                  <c:v>925</c:v>
                </c:pt>
                <c:pt idx="9">
                  <c:v>541</c:v>
                </c:pt>
                <c:pt idx="10">
                  <c:v>371</c:v>
                </c:pt>
                <c:pt idx="11">
                  <c:v>450</c:v>
                </c:pt>
                <c:pt idx="12">
                  <c:v>396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E4C-744B-BF2B-0CD1B81F4D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6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  <c:max val="13000"/>
          <c:min val="0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Beeline Sans"/>
                  </a:defRPr>
                </a:pPr>
                <a:r>
                  <a:rPr lang="ru-RU" sz="1600" b="0" i="0" u="none" strike="noStrike">
                    <a:solidFill>
                      <a:srgbClr val="000000"/>
                    </a:solidFill>
                    <a:latin typeface="Beeline Sans"/>
                  </a:rPr>
                  <a:t>Тысячи</a:t>
                </a:r>
              </a:p>
            </c:rich>
          </c:tx>
          <c:overlay val="1"/>
        </c:title>
        <c:numFmt formatCode="#,##0,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4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4333.33"/>
        <c:minorUnit val="2166.67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crossAx val="2094734556"/>
        <c:crosses val="autoZero"/>
        <c:auto val="1"/>
        <c:lblAlgn val="ctr"/>
        <c:lblOffset val="100"/>
        <c:noMultiLvlLbl val="1"/>
      </c:catAx>
      <c:valAx>
        <c:axId val="2094734556"/>
        <c:scaling>
          <c:orientation val="minMax"/>
        </c:scaling>
        <c:delete val="0"/>
        <c:axPos val="r"/>
        <c:title>
          <c:tx>
            <c:rich>
              <a:bodyPr rot="-5400000"/>
              <a:lstStyle/>
              <a:p>
                <a:pPr>
                  <a:defRPr sz="1600" b="0" i="0" u="none" strike="noStrike">
                    <a:solidFill>
                      <a:srgbClr val="595959"/>
                    </a:solidFill>
                    <a:latin typeface="Beeline Sans"/>
                  </a:defRPr>
                </a:pPr>
                <a:r>
                  <a:rPr lang="ru-RU" sz="1600" b="0" i="0" u="none" strike="noStrike">
                    <a:solidFill>
                      <a:srgbClr val="595959"/>
                    </a:solidFill>
                    <a:latin typeface="Beeline Sans"/>
                  </a:rPr>
                  <a:t>Тысячи</a:t>
                </a:r>
              </a:p>
            </c:rich>
          </c:tx>
          <c:overlay val="1"/>
        </c:title>
        <c:numFmt formatCode="&quot; ₽&quot;#,##0&quot; &quot;;&quot; ₽'(&quot;#,##0,\);&quot; ₽'- 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5"/>
        <c:crosses val="max"/>
        <c:crossBetween val="between"/>
        <c:majorUnit val="7500"/>
        <c:minorUnit val="375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2497299999999997E-2"/>
          <c:y val="4.9080600000000002E-2"/>
          <c:w val="0.84317600000000004"/>
          <c:h val="0.8704239999999999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COST</c:v>
                </c:pt>
              </c:strCache>
            </c:strRef>
          </c:tx>
          <c:spPr>
            <a:ln w="28575" cap="rnd">
              <a:solidFill>
                <a:srgbClr val="FFD63F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FFC000"/>
                </a:solidFill>
                <a:prstDash val="solid"/>
                <a:miter lim="800000"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3833490</c:v>
                </c:pt>
                <c:pt idx="1">
                  <c:v>5037910</c:v>
                </c:pt>
                <c:pt idx="2">
                  <c:v>5430100</c:v>
                </c:pt>
                <c:pt idx="3">
                  <c:v>6648000</c:v>
                </c:pt>
                <c:pt idx="4">
                  <c:v>7011000</c:v>
                </c:pt>
                <c:pt idx="5">
                  <c:v>2500000</c:v>
                </c:pt>
                <c:pt idx="6">
                  <c:v>1750000</c:v>
                </c:pt>
                <c:pt idx="7">
                  <c:v>2010000</c:v>
                </c:pt>
                <c:pt idx="8">
                  <c:v>8000000</c:v>
                </c:pt>
                <c:pt idx="9">
                  <c:v>2030119</c:v>
                </c:pt>
                <c:pt idx="10">
                  <c:v>2130119</c:v>
                </c:pt>
                <c:pt idx="11">
                  <c:v>2278824</c:v>
                </c:pt>
                <c:pt idx="12">
                  <c:v>2030119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F8-E14E-9099-9B19F4B4A1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Fact</c:v>
                </c:pt>
              </c:strCache>
            </c:strRef>
          </c:tx>
          <c:spPr>
            <a:ln w="19050" cap="rnd">
              <a:solidFill>
                <a:srgbClr val="4371C4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4371C4"/>
                </a:solidFill>
                <a:prstDash val="solid"/>
                <a:miter lim="800000"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3466698</c:v>
                </c:pt>
                <c:pt idx="1">
                  <c:v>3444147</c:v>
                </c:pt>
                <c:pt idx="2">
                  <c:v>2890938</c:v>
                </c:pt>
                <c:pt idx="3">
                  <c:v>2457860</c:v>
                </c:pt>
                <c:pt idx="4">
                  <c:v>2018796</c:v>
                </c:pt>
                <c:pt idx="5">
                  <c:v>1715302</c:v>
                </c:pt>
                <c:pt idx="6">
                  <c:v>2008000</c:v>
                </c:pt>
                <c:pt idx="7">
                  <c:v>2004000</c:v>
                </c:pt>
                <c:pt idx="8">
                  <c:v>5005316</c:v>
                </c:pt>
                <c:pt idx="9">
                  <c:v>923365</c:v>
                </c:pt>
                <c:pt idx="10">
                  <c:v>197111</c:v>
                </c:pt>
                <c:pt idx="11">
                  <c:v>0</c:v>
                </c:pt>
                <c:pt idx="12">
                  <c:v>289803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F8-E14E-9099-9B19F4B4A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2"/>
        <c:axId val="2094734553"/>
      </c:line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CPA</c:v>
                </c:pt>
              </c:strCache>
            </c:strRef>
          </c:tx>
          <c:spPr>
            <a:ln w="19050" cap="rnd">
              <a:solidFill>
                <a:srgbClr val="000000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FFFFFF"/>
              </a:solidFill>
              <a:ln w="9525" cap="flat">
                <a:solidFill>
                  <a:srgbClr val="000000"/>
                </a:solidFill>
                <a:prstDash val="solid"/>
                <a:miter lim="800000"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Apr-23</c:v>
                </c:pt>
                <c:pt idx="1">
                  <c:v>May-23</c:v>
                </c:pt>
                <c:pt idx="2">
                  <c:v>Jun-23</c:v>
                </c:pt>
                <c:pt idx="3">
                  <c:v>Jul-23</c:v>
                </c:pt>
                <c:pt idx="4">
                  <c:v>Aug-23</c:v>
                </c:pt>
                <c:pt idx="5">
                  <c:v>Sept-23</c:v>
                </c:pt>
                <c:pt idx="6">
                  <c:v>Oct-23</c:v>
                </c:pt>
                <c:pt idx="7">
                  <c:v>Nov-23</c:v>
                </c:pt>
                <c:pt idx="8">
                  <c:v>Dec-23</c:v>
                </c:pt>
                <c:pt idx="9">
                  <c:v>Jan-24</c:v>
                </c:pt>
                <c:pt idx="10">
                  <c:v>Feb-24</c:v>
                </c:pt>
                <c:pt idx="11">
                  <c:v>Mar-24</c:v>
                </c:pt>
                <c:pt idx="12">
                  <c:v>Apr-24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4186.8328499999998</c:v>
                </c:pt>
                <c:pt idx="1">
                  <c:v>4472</c:v>
                </c:pt>
                <c:pt idx="2">
                  <c:v>3491</c:v>
                </c:pt>
                <c:pt idx="3">
                  <c:v>710</c:v>
                </c:pt>
                <c:pt idx="4">
                  <c:v>1623</c:v>
                </c:pt>
                <c:pt idx="5">
                  <c:v>1524</c:v>
                </c:pt>
                <c:pt idx="6">
                  <c:v>1793</c:v>
                </c:pt>
                <c:pt idx="7">
                  <c:v>2961</c:v>
                </c:pt>
                <c:pt idx="8">
                  <c:v>5411</c:v>
                </c:pt>
                <c:pt idx="9">
                  <c:v>1706</c:v>
                </c:pt>
                <c:pt idx="10">
                  <c:v>531</c:v>
                </c:pt>
                <c:pt idx="11">
                  <c:v>0</c:v>
                </c:pt>
                <c:pt idx="12">
                  <c:v>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EF8-E14E-9099-9B19F4B4A1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6"/>
      </c:line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 rot="0"/>
          <a:lstStyle/>
          <a:p>
            <a:pPr>
              <a:defRPr sz="12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600" b="0" i="0" u="none" strike="noStrike">
                    <a:solidFill>
                      <a:srgbClr val="000000"/>
                    </a:solidFill>
                    <a:latin typeface="Beeline Sans"/>
                  </a:defRPr>
                </a:pPr>
                <a:r>
                  <a:rPr lang="ru-RU" sz="1600" b="0" i="0" u="none" strike="noStrike">
                    <a:solidFill>
                      <a:srgbClr val="000000"/>
                    </a:solidFill>
                    <a:latin typeface="Beeline Sans"/>
                  </a:rPr>
                  <a:t>Миллионы</a:t>
                </a:r>
              </a:p>
            </c:rich>
          </c:tx>
          <c:overlay val="1"/>
        </c:title>
        <c:numFmt formatCode="#,##0,,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4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2"/>
        <c:crosses val="autoZero"/>
        <c:crossBetween val="between"/>
        <c:majorUnit val="2000000"/>
        <c:minorUnit val="1000000"/>
      </c:valAx>
      <c:catAx>
        <c:axId val="20947345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 w="12700" cap="flat">
            <a:noFill/>
            <a:prstDash val="solid"/>
            <a:round/>
          </a:ln>
        </c:spPr>
        <c:crossAx val="2094734556"/>
        <c:crosses val="autoZero"/>
        <c:auto val="1"/>
        <c:lblAlgn val="ctr"/>
        <c:lblOffset val="100"/>
        <c:noMultiLvlLbl val="1"/>
      </c:catAx>
      <c:valAx>
        <c:axId val="2094734556"/>
        <c:scaling>
          <c:orientation val="minMax"/>
          <c:max val="9000"/>
          <c:min val="0"/>
        </c:scaling>
        <c:delete val="0"/>
        <c:axPos val="r"/>
        <c:numFmt formatCode="#,##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 rot="0"/>
          <a:lstStyle/>
          <a:p>
            <a:pPr>
              <a:defRPr sz="1600" b="0" i="0" u="none" strike="noStrike">
                <a:solidFill>
                  <a:srgbClr val="595959"/>
                </a:solidFill>
                <a:latin typeface="Beeline Sans"/>
              </a:defRPr>
            </a:pPr>
            <a:endParaRPr lang="ru-RU"/>
          </a:p>
        </c:txPr>
        <c:crossAx val="2094734555"/>
        <c:crosses val="max"/>
        <c:crossBetween val="between"/>
        <c:majorUnit val="1000"/>
        <c:minorUnit val="50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lvl1pPr>
          </a:lstStyle>
          <a:p>
            <a:r>
              <a:t>Темы повестки дня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Авторство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«Важная цитата»</a:t>
            </a:r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5" name="Тарелка с рублеными котлетами из лосося, салатом и хумусом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346" y="712670"/>
            <a:ext cx="575067" cy="574669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 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3877" y="672502"/>
            <a:ext cx="21031202" cy="1387311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2542" cy="2542"/>
          </a:xfrm>
          <a:prstGeom prst="rect">
            <a:avLst/>
          </a:prstGeom>
        </p:spPr>
        <p:txBody>
          <a:bodyPr lIns="91437" tIns="91437" rIns="91437" bIns="91437" numCol="1" spcCol="38100"/>
          <a:lstStyle>
            <a:lvl1pPr marL="457187" indent="-457187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1pPr>
            <a:lvl2pPr marL="990575" indent="-533384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2pPr>
            <a:lvl3pPr marL="1554440" indent="-640063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3pPr>
            <a:lvl4pPr marL="2082747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4pPr>
            <a:lvl5pPr marL="2539936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661006" cy="678176"/>
          </a:xfrm>
          <a:prstGeom prst="rect">
            <a:avLst/>
          </a:prstGeom>
        </p:spPr>
        <p:txBody>
          <a:bodyPr lIns="91437" tIns="91437" rIns="91437" bIns="91437" anchor="t"/>
          <a:lstStyle>
            <a:lvl1pPr algn="l" defTabSz="1828754">
              <a:defRPr sz="36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лайд без лиг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152001" y="648130"/>
            <a:ext cx="19972510" cy="960010"/>
          </a:xfrm>
          <a:prstGeom prst="rect">
            <a:avLst/>
          </a:prstGeom>
        </p:spPr>
        <p:txBody>
          <a:bodyPr lIns="91437" tIns="91437" rIns="91437" bIns="91437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Заголовок слайда</a:t>
            </a:r>
          </a:p>
        </p:txBody>
      </p:sp>
      <p:pic>
        <p:nvPicPr>
          <p:cNvPr id="186" name="Рисунок 4" descr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750" y="807259"/>
            <a:ext cx="641745" cy="641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754">
              <a:defRPr sz="24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3" Type="http://schemas.openxmlformats.org/officeDocument/2006/relationships/chart" Target="../charts/chart2.xml"/><Relationship Id="rId7" Type="http://schemas.openxmlformats.org/officeDocument/2006/relationships/image" Target="../media/image9.png"/><Relationship Id="rId12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Relationship Id="rId6" Type="http://schemas.openxmlformats.org/officeDocument/2006/relationships/chart" Target="../charts/chart5.xml"/><Relationship Id="rId11" Type="http://schemas.openxmlformats.org/officeDocument/2006/relationships/image" Target="../media/image13.png"/><Relationship Id="rId5" Type="http://schemas.openxmlformats.org/officeDocument/2006/relationships/chart" Target="../charts/chart4.xml"/><Relationship Id="rId10" Type="http://schemas.openxmlformats.org/officeDocument/2006/relationships/image" Target="../media/image12.png"/><Relationship Id="rId4" Type="http://schemas.openxmlformats.org/officeDocument/2006/relationships/chart" Target="../charts/chart3.xml"/><Relationship Id="rId9" Type="http://schemas.openxmlformats.org/officeDocument/2006/relationships/image" Target="../media/image11.png"/><Relationship Id="rId1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F04F3C4-77AC-E9D7-04D2-6375E7915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21473">
            <a:off x="12543550" y="1828799"/>
            <a:ext cx="17038481" cy="16529538"/>
          </a:xfrm>
          <a:prstGeom prst="rect">
            <a:avLst/>
          </a:prstGeom>
        </p:spPr>
      </p:pic>
      <p:sp>
        <p:nvSpPr>
          <p:cNvPr id="197" name="заголовок слайда"/>
          <p:cNvSpPr txBox="1"/>
          <p:nvPr/>
        </p:nvSpPr>
        <p:spPr>
          <a:xfrm>
            <a:off x="2414851" y="694709"/>
            <a:ext cx="16560953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198" name="lorem ipsum…"/>
          <p:cNvSpPr txBox="1"/>
          <p:nvPr/>
        </p:nvSpPr>
        <p:spPr>
          <a:xfrm>
            <a:off x="1658030" y="1469208"/>
            <a:ext cx="21578976" cy="17645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lnSpc>
                <a:spcPct val="90000"/>
              </a:lnSpc>
              <a:defRPr sz="10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ru-RU" sz="12000" dirty="0"/>
              <a:t>Заголовок</a:t>
            </a:r>
            <a:endParaRPr sz="12000" dirty="0"/>
          </a:p>
        </p:txBody>
      </p:sp>
      <p:pic>
        <p:nvPicPr>
          <p:cNvPr id="201" name="Изображение" descr="Изображение"/>
          <p:cNvPicPr>
            <a:picLocks noChangeAspect="1"/>
          </p:cNvPicPr>
          <p:nvPr/>
        </p:nvPicPr>
        <p:blipFill>
          <a:blip r:embed="rId3"/>
          <a:srcRect l="24738" b="75835"/>
          <a:stretch>
            <a:fillRect/>
          </a:stretch>
        </p:blipFill>
        <p:spPr>
          <a:xfrm>
            <a:off x="-435707" y="8684955"/>
            <a:ext cx="24808447" cy="6904409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849B6A-431D-BD53-8096-F873C27C91E9}"/>
              </a:ext>
            </a:extLst>
          </p:cNvPr>
          <p:cNvSpPr txBox="1"/>
          <p:nvPr/>
        </p:nvSpPr>
        <p:spPr>
          <a:xfrm>
            <a:off x="2194573" y="3617358"/>
            <a:ext cx="10201275" cy="1179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7000" dirty="0">
                <a:solidFill>
                  <a:schemeClr val="bg1"/>
                </a:solidFill>
                <a:latin typeface="Beeline Sans" panose="020B0500040202020204" pitchFamily="34" charset="0"/>
              </a:rPr>
              <a:t>подзаголовок</a:t>
            </a:r>
            <a:endParaRPr kumimoji="0" lang="ru-RU" sz="700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Beeline Sans" panose="020B0500040202020204" pitchFamily="34" charset="0"/>
              <a:sym typeface="Helvetica Neue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AC32825-3835-29D4-D33F-FE693A75C9DB}"/>
              </a:ext>
            </a:extLst>
          </p:cNvPr>
          <p:cNvSpPr/>
          <p:nvPr/>
        </p:nvSpPr>
        <p:spPr>
          <a:xfrm>
            <a:off x="1658030" y="3437326"/>
            <a:ext cx="117530" cy="1785585"/>
          </a:xfrm>
          <a:prstGeom prst="rect">
            <a:avLst/>
          </a:prstGeom>
          <a:solidFill>
            <a:srgbClr val="F6CB4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E9477-3EFE-2496-5542-ABCD43C0D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1" descr="Рисунок 1">
            <a:extLst>
              <a:ext uri="{FF2B5EF4-FFF2-40B4-BE49-F238E27FC236}">
                <a16:creationId xmlns:a16="http://schemas.microsoft.com/office/drawing/2014/main" id="{E3B2376A-7EAD-F07F-203A-53D89390F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700" y="0"/>
            <a:ext cx="110363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Прямоугольник 1">
            <a:extLst>
              <a:ext uri="{FF2B5EF4-FFF2-40B4-BE49-F238E27FC236}">
                <a16:creationId xmlns:a16="http://schemas.microsoft.com/office/drawing/2014/main" id="{F4EFBE42-ABFE-BA3C-CE45-92839CE6A159}"/>
              </a:ext>
            </a:extLst>
          </p:cNvPr>
          <p:cNvSpPr txBox="1"/>
          <p:nvPr/>
        </p:nvSpPr>
        <p:spPr>
          <a:xfrm>
            <a:off x="607742" y="677072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dirty="0"/>
              <a:t>*Lorem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</a:t>
            </a:r>
            <a:endParaRPr lang="ru-RU" dirty="0"/>
          </a:p>
        </p:txBody>
      </p:sp>
      <p:sp>
        <p:nvSpPr>
          <p:cNvPr id="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6FD12D9-8DA4-FD1E-D114-79B5498910B7}"/>
              </a:ext>
            </a:extLst>
          </p:cNvPr>
          <p:cNvSpPr txBox="1"/>
          <p:nvPr/>
        </p:nvSpPr>
        <p:spPr>
          <a:xfrm>
            <a:off x="607742" y="2241330"/>
            <a:ext cx="16673285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2000" dirty="0"/>
              <a:t>заголовок </a:t>
            </a:r>
          </a:p>
          <a:p>
            <a:r>
              <a:rPr lang="ru-RU" sz="12000" dirty="0"/>
              <a:t>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2B0B2B9-D3A9-016D-E42F-B6A745FCB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6DB1C39B-CD89-7F0C-E91C-33948EF254D7}"/>
              </a:ext>
            </a:extLst>
          </p:cNvPr>
          <p:cNvSpPr txBox="1"/>
          <p:nvPr/>
        </p:nvSpPr>
        <p:spPr>
          <a:xfrm>
            <a:off x="607742" y="8471423"/>
            <a:ext cx="10791275" cy="5244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r>
              <a:rPr lang="ru-RU" sz="6000" dirty="0">
                <a:solidFill>
                  <a:srgbClr val="141414"/>
                </a:solidFill>
                <a:latin typeface="Beeline Sans" panose="020B0500040202020204" pitchFamily="34" charset="0"/>
              </a:rPr>
              <a:t>Заголовок раздела</a:t>
            </a:r>
          </a:p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r>
              <a:rPr lang="ru-RU" sz="6000" dirty="0">
                <a:solidFill>
                  <a:srgbClr val="141414"/>
                </a:solidFill>
                <a:latin typeface="Beeline Sans" panose="020B0500040202020204" pitchFamily="34" charset="0"/>
              </a:rPr>
              <a:t>Заголовок раздела</a:t>
            </a:r>
          </a:p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r>
              <a:rPr lang="ru-RU" sz="6000" dirty="0">
                <a:solidFill>
                  <a:srgbClr val="141414"/>
                </a:solidFill>
                <a:latin typeface="Beeline Sans" panose="020B0500040202020204" pitchFamily="34" charset="0"/>
              </a:rPr>
              <a:t>Заголовок раздела </a:t>
            </a:r>
          </a:p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r>
              <a:rPr lang="ru-RU" sz="6000" dirty="0">
                <a:solidFill>
                  <a:srgbClr val="141414"/>
                </a:solidFill>
                <a:latin typeface="Beeline Sans" panose="020B0500040202020204" pitchFamily="34" charset="0"/>
              </a:rPr>
              <a:t>Заголовок раздела</a:t>
            </a:r>
          </a:p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r>
              <a:rPr lang="ru-RU" sz="6000" dirty="0">
                <a:solidFill>
                  <a:srgbClr val="141414"/>
                </a:solidFill>
                <a:latin typeface="Beeline Sans" panose="020B0500040202020204" pitchFamily="34" charset="0"/>
              </a:rPr>
              <a:t>Заголовок раздела</a:t>
            </a:r>
          </a:p>
          <a:p>
            <a:pPr marL="1143000" indent="-1143000" algn="l">
              <a:lnSpc>
                <a:spcPts val="2600"/>
              </a:lnSpc>
              <a:spcBef>
                <a:spcPts val="0"/>
              </a:spcBef>
              <a:spcAft>
                <a:spcPts val="5000"/>
              </a:spcAft>
              <a:buFont typeface="+mj-lt"/>
              <a:buAutoNum type="arabicPeriod"/>
            </a:pPr>
            <a:endParaRPr lang="ru-RU" sz="6000" dirty="0">
              <a:solidFill>
                <a:srgbClr val="141414"/>
              </a:solidFill>
              <a:latin typeface="Beeline Sans" panose="020B0500040202020204" pitchFamily="34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C6378B2-988D-B3C8-A055-34C28E2C6836}"/>
              </a:ext>
            </a:extLst>
          </p:cNvPr>
          <p:cNvCxnSpPr>
            <a:cxnSpLocks/>
          </p:cNvCxnSpPr>
          <p:nvPr/>
        </p:nvCxnSpPr>
        <p:spPr>
          <a:xfrm>
            <a:off x="607742" y="8839148"/>
            <a:ext cx="9737551" cy="2"/>
          </a:xfrm>
          <a:prstGeom prst="line">
            <a:avLst/>
          </a:prstGeom>
          <a:noFill/>
          <a:ln w="38100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4F952C5-88AD-8D81-6BF7-DB47AB3F44E7}"/>
              </a:ext>
            </a:extLst>
          </p:cNvPr>
          <p:cNvCxnSpPr>
            <a:cxnSpLocks/>
          </p:cNvCxnSpPr>
          <p:nvPr/>
        </p:nvCxnSpPr>
        <p:spPr>
          <a:xfrm>
            <a:off x="607742" y="9808439"/>
            <a:ext cx="9737551" cy="2"/>
          </a:xfrm>
          <a:prstGeom prst="line">
            <a:avLst/>
          </a:prstGeom>
          <a:noFill/>
          <a:ln w="38100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48F5D60-8707-6B14-FA37-E6A192E6DE64}"/>
              </a:ext>
            </a:extLst>
          </p:cNvPr>
          <p:cNvCxnSpPr>
            <a:cxnSpLocks/>
          </p:cNvCxnSpPr>
          <p:nvPr/>
        </p:nvCxnSpPr>
        <p:spPr>
          <a:xfrm>
            <a:off x="607742" y="10777730"/>
            <a:ext cx="9737551" cy="2"/>
          </a:xfrm>
          <a:prstGeom prst="line">
            <a:avLst/>
          </a:prstGeom>
          <a:noFill/>
          <a:ln w="38100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F46AF3BC-83D3-575E-8B6B-2D8FB84B34E5}"/>
              </a:ext>
            </a:extLst>
          </p:cNvPr>
          <p:cNvCxnSpPr>
            <a:cxnSpLocks/>
          </p:cNvCxnSpPr>
          <p:nvPr/>
        </p:nvCxnSpPr>
        <p:spPr>
          <a:xfrm>
            <a:off x="607742" y="11747021"/>
            <a:ext cx="9737551" cy="2"/>
          </a:xfrm>
          <a:prstGeom prst="line">
            <a:avLst/>
          </a:prstGeom>
          <a:noFill/>
          <a:ln w="38100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1B874E59-1853-5D3D-66F0-7A04A2048F74}"/>
              </a:ext>
            </a:extLst>
          </p:cNvPr>
          <p:cNvCxnSpPr>
            <a:cxnSpLocks/>
          </p:cNvCxnSpPr>
          <p:nvPr/>
        </p:nvCxnSpPr>
        <p:spPr>
          <a:xfrm>
            <a:off x="607742" y="12737621"/>
            <a:ext cx="9737551" cy="2"/>
          </a:xfrm>
          <a:prstGeom prst="line">
            <a:avLst/>
          </a:prstGeom>
          <a:noFill/>
          <a:ln w="38100" cap="flat">
            <a:solidFill>
              <a:schemeClr val="bg1">
                <a:lumMod val="9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4574206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2E10-F80A-37A1-F1CF-FD75D739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11" descr="Рисунок 11">
            <a:extLst>
              <a:ext uri="{FF2B5EF4-FFF2-40B4-BE49-F238E27FC236}">
                <a16:creationId xmlns:a16="http://schemas.microsoft.com/office/drawing/2014/main" id="{8478266A-714E-CCCD-3CCD-C87A4CA8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7698" y="0"/>
            <a:ext cx="11036302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Прямоугольник 1">
            <a:extLst>
              <a:ext uri="{FF2B5EF4-FFF2-40B4-BE49-F238E27FC236}">
                <a16:creationId xmlns:a16="http://schemas.microsoft.com/office/drawing/2014/main" id="{D0AC89D8-A02D-176A-C071-559EC71D0C0B}"/>
              </a:ext>
            </a:extLst>
          </p:cNvPr>
          <p:cNvSpPr txBox="1"/>
          <p:nvPr/>
        </p:nvSpPr>
        <p:spPr>
          <a:xfrm>
            <a:off x="607742" y="677072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dirty="0"/>
              <a:t>*Lorem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</a:t>
            </a:r>
            <a:endParaRPr lang="ru-RU" dirty="0"/>
          </a:p>
        </p:txBody>
      </p:sp>
      <p:sp>
        <p:nvSpPr>
          <p:cNvPr id="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EDB76ED-8FA9-BBC5-C15A-8A634F5A90F6}"/>
              </a:ext>
            </a:extLst>
          </p:cNvPr>
          <p:cNvSpPr txBox="1"/>
          <p:nvPr/>
        </p:nvSpPr>
        <p:spPr>
          <a:xfrm>
            <a:off x="607742" y="2241330"/>
            <a:ext cx="16673285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2000" dirty="0"/>
              <a:t>заголовок </a:t>
            </a:r>
          </a:p>
          <a:p>
            <a:r>
              <a:rPr lang="ru-RU" sz="12000" dirty="0"/>
              <a:t>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01A1BB-95A1-57E9-3054-4536AA3BA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31" name="TextBox 3">
            <a:extLst>
              <a:ext uri="{FF2B5EF4-FFF2-40B4-BE49-F238E27FC236}">
                <a16:creationId xmlns:a16="http://schemas.microsoft.com/office/drawing/2014/main" id="{06C63FFD-1535-3D5A-8AC2-E15F553E2D6A}"/>
              </a:ext>
            </a:extLst>
          </p:cNvPr>
          <p:cNvSpPr txBox="1"/>
          <p:nvPr/>
        </p:nvSpPr>
        <p:spPr>
          <a:xfrm>
            <a:off x="607742" y="9728200"/>
            <a:ext cx="9272858" cy="2872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latin typeface="Beeline Sans" panose="020B0500040202020204" pitchFamily="34" charset="0"/>
              </a:rPr>
              <a:t>enim</a:t>
            </a:r>
            <a:r>
              <a:rPr lang="en" sz="4000" dirty="0"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latin typeface="Beeline Sans" panose="020B0500040202020204" pitchFamily="34" charset="0"/>
              </a:rPr>
              <a:t>veniam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quis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nostrud</a:t>
            </a:r>
            <a:r>
              <a:rPr lang="en" sz="4000" dirty="0"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latin typeface="Beeline Sans" panose="020B0500040202020204" pitchFamily="34" charset="0"/>
              </a:rPr>
              <a:t>ullamco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laboris</a:t>
            </a:r>
            <a:r>
              <a:rPr lang="en" sz="4000" dirty="0"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aliquip</a:t>
            </a:r>
            <a:r>
              <a:rPr lang="en" sz="4000" dirty="0"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latin typeface="Beeline Sans" panose="020B0500040202020204" pitchFamily="34" charset="0"/>
              </a:rPr>
              <a:t>ea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commodo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consequat</a:t>
            </a:r>
            <a:r>
              <a:rPr lang="en" sz="4000" dirty="0">
                <a:latin typeface="Beeline Sans" panose="020B0500040202020204" pitchFamily="34" charset="0"/>
              </a:rPr>
              <a:t>. Duis </a:t>
            </a:r>
            <a:r>
              <a:rPr lang="en" sz="4000" dirty="0" err="1">
                <a:latin typeface="Beeline Sans" panose="020B0500040202020204" pitchFamily="34" charset="0"/>
              </a:rPr>
              <a:t>aute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irure</a:t>
            </a:r>
            <a:r>
              <a:rPr lang="en" sz="4000" dirty="0">
                <a:latin typeface="Beeline Sans" panose="020B0500040202020204" pitchFamily="34" charset="0"/>
              </a:rPr>
              <a:t> dolor in </a:t>
            </a:r>
            <a:r>
              <a:rPr lang="en" sz="4000" dirty="0" err="1">
                <a:latin typeface="Beeline Sans" panose="020B0500040202020204" pitchFamily="34" charset="0"/>
              </a:rPr>
              <a:t>reprehenderit</a:t>
            </a:r>
            <a:r>
              <a:rPr lang="en" sz="4000" dirty="0">
                <a:latin typeface="Beeline Sans" panose="020B0500040202020204" pitchFamily="34" charset="0"/>
              </a:rPr>
              <a:t> in </a:t>
            </a:r>
            <a:r>
              <a:rPr lang="en" sz="4000" dirty="0" err="1">
                <a:latin typeface="Beeline Sans" panose="020B0500040202020204" pitchFamily="34" charset="0"/>
              </a:rPr>
              <a:t>voluptate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velit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esse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cillum</a:t>
            </a:r>
            <a:r>
              <a:rPr lang="en" sz="4000" dirty="0">
                <a:latin typeface="Beeline Sans" panose="020B0500040202020204" pitchFamily="34" charset="0"/>
              </a:rPr>
              <a:t> dolore </a:t>
            </a:r>
            <a:r>
              <a:rPr lang="en" sz="4000" dirty="0" err="1">
                <a:latin typeface="Beeline Sans" panose="020B0500040202020204" pitchFamily="34" charset="0"/>
              </a:rPr>
              <a:t>eu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fugiat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nulla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pariatur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  <a:r>
              <a:rPr lang="en" sz="4000" dirty="0" err="1">
                <a:latin typeface="Beeline Sans" panose="020B0500040202020204" pitchFamily="34" charset="0"/>
              </a:rPr>
              <a:t>Excepteur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sint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occaecat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cupidatat</a:t>
            </a:r>
            <a:r>
              <a:rPr lang="en" sz="4000" dirty="0">
                <a:latin typeface="Beeline Sans" panose="020B0500040202020204" pitchFamily="34" charset="0"/>
              </a:rPr>
              <a:t> non </a:t>
            </a:r>
            <a:r>
              <a:rPr lang="en" sz="4000" dirty="0" err="1">
                <a:latin typeface="Beeline Sans" panose="020B0500040202020204" pitchFamily="34" charset="0"/>
              </a:rPr>
              <a:t>proident</a:t>
            </a:r>
            <a:r>
              <a:rPr lang="en" sz="4000" dirty="0">
                <a:latin typeface="Beeline Sans" panose="020B0500040202020204" pitchFamily="34" charset="0"/>
              </a:rPr>
              <a:t>, sunt in culpa qui </a:t>
            </a:r>
            <a:r>
              <a:rPr lang="en" sz="4000" dirty="0" err="1">
                <a:latin typeface="Beeline Sans" panose="020B0500040202020204" pitchFamily="34" charset="0"/>
              </a:rPr>
              <a:t>officia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deserunt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mollit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anim</a:t>
            </a:r>
            <a:r>
              <a:rPr lang="en" sz="4000" dirty="0">
                <a:latin typeface="Beeline Sans" panose="020B0500040202020204" pitchFamily="34" charset="0"/>
              </a:rPr>
              <a:t> id </a:t>
            </a:r>
            <a:r>
              <a:rPr lang="en" sz="4000" dirty="0" err="1">
                <a:latin typeface="Beeline Sans" panose="020B0500040202020204" pitchFamily="34" charset="0"/>
              </a:rPr>
              <a:t>est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laborum</a:t>
            </a:r>
            <a:r>
              <a:rPr lang="en" sz="4000" dirty="0">
                <a:latin typeface="Beeline Sans" panose="020B050004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48657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8501889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74367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название</a:t>
            </a:r>
          </a:p>
          <a:p>
            <a:r>
              <a:rPr lang="ru-RU" dirty="0"/>
              <a:t>раздела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Закругленный прямоугольник"/>
          <p:cNvSpPr/>
          <p:nvPr/>
        </p:nvSpPr>
        <p:spPr>
          <a:xfrm>
            <a:off x="709266" y="10411631"/>
            <a:ext cx="22965468" cy="481250"/>
          </a:xfrm>
          <a:prstGeom prst="roundRect">
            <a:avLst>
              <a:gd name="adj" fmla="val 50000"/>
            </a:avLst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 b="1">
                <a:solidFill>
                  <a:srgbClr val="000000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endParaRPr/>
          </a:p>
        </p:txBody>
      </p:sp>
      <p:graphicFrame>
        <p:nvGraphicFramePr>
          <p:cNvPr id="214" name="Content Placeholder 11"/>
          <p:cNvGraphicFramePr/>
          <p:nvPr/>
        </p:nvGraphicFramePr>
        <p:xfrm>
          <a:off x="1836809" y="4422388"/>
          <a:ext cx="5263066" cy="6384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15" name="Content Placeholder 11"/>
          <p:cNvGraphicFramePr/>
          <p:nvPr/>
        </p:nvGraphicFramePr>
        <p:xfrm>
          <a:off x="6113450" y="4371801"/>
          <a:ext cx="3564326" cy="643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6" name="Content Placeholder 11"/>
          <p:cNvGraphicFramePr/>
          <p:nvPr/>
        </p:nvGraphicFramePr>
        <p:xfrm>
          <a:off x="14014383" y="4371801"/>
          <a:ext cx="3564327" cy="643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7" name="Content Placeholder 11"/>
          <p:cNvGraphicFramePr/>
          <p:nvPr/>
        </p:nvGraphicFramePr>
        <p:xfrm>
          <a:off x="17133846" y="4371801"/>
          <a:ext cx="3564327" cy="643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8" name="Content Placeholder 11"/>
          <p:cNvGraphicFramePr/>
          <p:nvPr/>
        </p:nvGraphicFramePr>
        <p:xfrm>
          <a:off x="20591683" y="4371801"/>
          <a:ext cx="3564327" cy="643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19" name="Picture 25" descr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32" y="3175266"/>
            <a:ext cx="824769" cy="82476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Рисунок 4" descr="Рисунок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74998" y="3367590"/>
            <a:ext cx="1613717" cy="6099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Рисунок 2" descr="Рисунок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7058" y="3106878"/>
            <a:ext cx="1041419" cy="1041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Picture 8" descr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81027" y="3215140"/>
            <a:ext cx="1555331" cy="107938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29" descr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189203" y="3215144"/>
            <a:ext cx="1354263" cy="1239005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Straight Connector 31"/>
          <p:cNvSpPr/>
          <p:nvPr/>
        </p:nvSpPr>
        <p:spPr>
          <a:xfrm flipH="1" flipV="1">
            <a:off x="2184913" y="9247182"/>
            <a:ext cx="22763029" cy="3"/>
          </a:xfrm>
          <a:prstGeom prst="line">
            <a:avLst/>
          </a:prstGeom>
          <a:ln w="12700">
            <a:solidFill>
              <a:srgbClr val="8A8A8A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26" name="TextBox 44"/>
          <p:cNvSpPr txBox="1"/>
          <p:nvPr/>
        </p:nvSpPr>
        <p:spPr>
          <a:xfrm>
            <a:off x="7794500" y="9296650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-2%</a:t>
            </a:r>
          </a:p>
        </p:txBody>
      </p:sp>
      <p:sp>
        <p:nvSpPr>
          <p:cNvPr id="227" name="TextBox 64"/>
          <p:cNvSpPr txBox="1"/>
          <p:nvPr/>
        </p:nvSpPr>
        <p:spPr>
          <a:xfrm>
            <a:off x="8255341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28" name="TextBox 66"/>
          <p:cNvSpPr txBox="1"/>
          <p:nvPr/>
        </p:nvSpPr>
        <p:spPr>
          <a:xfrm>
            <a:off x="15152521" y="9233150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-29%</a:t>
            </a:r>
          </a:p>
        </p:txBody>
      </p:sp>
      <p:sp>
        <p:nvSpPr>
          <p:cNvPr id="229" name="TextBox 77"/>
          <p:cNvSpPr txBox="1"/>
          <p:nvPr/>
        </p:nvSpPr>
        <p:spPr>
          <a:xfrm>
            <a:off x="18695145" y="9233150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4%</a:t>
            </a:r>
          </a:p>
        </p:txBody>
      </p:sp>
      <p:sp>
        <p:nvSpPr>
          <p:cNvPr id="230" name="TextBox 88"/>
          <p:cNvSpPr txBox="1"/>
          <p:nvPr/>
        </p:nvSpPr>
        <p:spPr>
          <a:xfrm>
            <a:off x="22081038" y="9233150"/>
            <a:ext cx="854780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х2</a:t>
            </a:r>
          </a:p>
        </p:txBody>
      </p:sp>
      <p:sp>
        <p:nvSpPr>
          <p:cNvPr id="231" name="TextBox 32"/>
          <p:cNvSpPr txBox="1"/>
          <p:nvPr/>
        </p:nvSpPr>
        <p:spPr>
          <a:xfrm>
            <a:off x="3988706" y="9322050"/>
            <a:ext cx="613018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х5</a:t>
            </a:r>
          </a:p>
        </p:txBody>
      </p:sp>
      <p:graphicFrame>
        <p:nvGraphicFramePr>
          <p:cNvPr id="232" name="Content Placeholder 11"/>
          <p:cNvGraphicFramePr/>
          <p:nvPr/>
        </p:nvGraphicFramePr>
        <p:xfrm>
          <a:off x="9988086" y="4371801"/>
          <a:ext cx="3564327" cy="6434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233" name="TextBox 54"/>
          <p:cNvSpPr txBox="1"/>
          <p:nvPr/>
        </p:nvSpPr>
        <p:spPr>
          <a:xfrm>
            <a:off x="12321709" y="9233150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7%</a:t>
            </a:r>
          </a:p>
        </p:txBody>
      </p:sp>
      <p:sp>
        <p:nvSpPr>
          <p:cNvPr id="234" name="TextBox 36"/>
          <p:cNvSpPr txBox="1"/>
          <p:nvPr/>
        </p:nvSpPr>
        <p:spPr>
          <a:xfrm>
            <a:off x="3893778" y="9707032"/>
            <a:ext cx="905983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-9%</a:t>
            </a:r>
          </a:p>
        </p:txBody>
      </p:sp>
      <p:sp>
        <p:nvSpPr>
          <p:cNvPr id="235" name="TextBox 37"/>
          <p:cNvSpPr txBox="1"/>
          <p:nvPr/>
        </p:nvSpPr>
        <p:spPr>
          <a:xfrm>
            <a:off x="7828433" y="9681632"/>
            <a:ext cx="905980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-26%</a:t>
            </a:r>
          </a:p>
        </p:txBody>
      </p:sp>
      <p:sp>
        <p:nvSpPr>
          <p:cNvPr id="236" name="TextBox 38"/>
          <p:cNvSpPr txBox="1"/>
          <p:nvPr/>
        </p:nvSpPr>
        <p:spPr>
          <a:xfrm>
            <a:off x="12341342" y="9618132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55%</a:t>
            </a:r>
          </a:p>
        </p:txBody>
      </p:sp>
      <p:sp>
        <p:nvSpPr>
          <p:cNvPr id="237" name="TextBox 39"/>
          <p:cNvSpPr txBox="1"/>
          <p:nvPr/>
        </p:nvSpPr>
        <p:spPr>
          <a:xfrm>
            <a:off x="15188976" y="9618132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-10%</a:t>
            </a:r>
          </a:p>
        </p:txBody>
      </p:sp>
      <p:sp>
        <p:nvSpPr>
          <p:cNvPr id="238" name="TextBox 40"/>
          <p:cNvSpPr txBox="1"/>
          <p:nvPr/>
        </p:nvSpPr>
        <p:spPr>
          <a:xfrm>
            <a:off x="18651467" y="9618132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x2.5</a:t>
            </a:r>
          </a:p>
        </p:txBody>
      </p:sp>
      <p:sp>
        <p:nvSpPr>
          <p:cNvPr id="239" name="TextBox 41"/>
          <p:cNvSpPr txBox="1"/>
          <p:nvPr/>
        </p:nvSpPr>
        <p:spPr>
          <a:xfrm>
            <a:off x="22119978" y="9618132"/>
            <a:ext cx="854780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х32</a:t>
            </a:r>
          </a:p>
        </p:txBody>
      </p:sp>
      <p:sp>
        <p:nvSpPr>
          <p:cNvPr id="240" name="TextBox 42"/>
          <p:cNvSpPr txBox="1"/>
          <p:nvPr/>
        </p:nvSpPr>
        <p:spPr>
          <a:xfrm>
            <a:off x="3899644" y="10099923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-13%</a:t>
            </a:r>
          </a:p>
        </p:txBody>
      </p:sp>
      <p:sp>
        <p:nvSpPr>
          <p:cNvPr id="241" name="TextBox 43"/>
          <p:cNvSpPr txBox="1"/>
          <p:nvPr/>
        </p:nvSpPr>
        <p:spPr>
          <a:xfrm>
            <a:off x="8167330" y="10074523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-30%</a:t>
            </a:r>
          </a:p>
        </p:txBody>
      </p:sp>
      <p:sp>
        <p:nvSpPr>
          <p:cNvPr id="242" name="TextBox 45"/>
          <p:cNvSpPr txBox="1"/>
          <p:nvPr/>
        </p:nvSpPr>
        <p:spPr>
          <a:xfrm>
            <a:off x="12326194" y="10009065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-15%</a:t>
            </a:r>
          </a:p>
        </p:txBody>
      </p:sp>
      <p:sp>
        <p:nvSpPr>
          <p:cNvPr id="243" name="TextBox 46"/>
          <p:cNvSpPr txBox="1"/>
          <p:nvPr/>
        </p:nvSpPr>
        <p:spPr>
          <a:xfrm>
            <a:off x="15269029" y="10013153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40%</a:t>
            </a:r>
          </a:p>
        </p:txBody>
      </p:sp>
      <p:sp>
        <p:nvSpPr>
          <p:cNvPr id="244" name="TextBox 47"/>
          <p:cNvSpPr txBox="1"/>
          <p:nvPr/>
        </p:nvSpPr>
        <p:spPr>
          <a:xfrm>
            <a:off x="21031116" y="10014514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-51%</a:t>
            </a:r>
          </a:p>
        </p:txBody>
      </p:sp>
      <p:sp>
        <p:nvSpPr>
          <p:cNvPr id="245" name="TextBox 48"/>
          <p:cNvSpPr txBox="1"/>
          <p:nvPr/>
        </p:nvSpPr>
        <p:spPr>
          <a:xfrm>
            <a:off x="3925790" y="10484215"/>
            <a:ext cx="905983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-32%</a:t>
            </a:r>
          </a:p>
        </p:txBody>
      </p:sp>
      <p:sp>
        <p:nvSpPr>
          <p:cNvPr id="246" name="TextBox 49"/>
          <p:cNvSpPr txBox="1"/>
          <p:nvPr/>
        </p:nvSpPr>
        <p:spPr>
          <a:xfrm>
            <a:off x="8711758" y="10484215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31%</a:t>
            </a:r>
          </a:p>
        </p:txBody>
      </p:sp>
      <p:sp>
        <p:nvSpPr>
          <p:cNvPr id="247" name="TextBox 50"/>
          <p:cNvSpPr txBox="1"/>
          <p:nvPr/>
        </p:nvSpPr>
        <p:spPr>
          <a:xfrm>
            <a:off x="12352339" y="10418753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-27%</a:t>
            </a:r>
          </a:p>
        </p:txBody>
      </p:sp>
      <p:sp>
        <p:nvSpPr>
          <p:cNvPr id="248" name="TextBox 51"/>
          <p:cNvSpPr txBox="1"/>
          <p:nvPr/>
        </p:nvSpPr>
        <p:spPr>
          <a:xfrm>
            <a:off x="15295179" y="10422845"/>
            <a:ext cx="905980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00B05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17%</a:t>
            </a:r>
          </a:p>
        </p:txBody>
      </p:sp>
      <p:sp>
        <p:nvSpPr>
          <p:cNvPr id="249" name="TextBox 52"/>
          <p:cNvSpPr txBox="1"/>
          <p:nvPr/>
        </p:nvSpPr>
        <p:spPr>
          <a:xfrm>
            <a:off x="18632205" y="10411631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-21%</a:t>
            </a:r>
          </a:p>
        </p:txBody>
      </p:sp>
      <p:sp>
        <p:nvSpPr>
          <p:cNvPr id="250" name="TextBox 53"/>
          <p:cNvSpPr txBox="1"/>
          <p:nvPr/>
        </p:nvSpPr>
        <p:spPr>
          <a:xfrm>
            <a:off x="21420120" y="10424214"/>
            <a:ext cx="905981" cy="398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defTabSz="1828800">
              <a:defRPr sz="1600" b="1">
                <a:solidFill>
                  <a:srgbClr val="FF0000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-21%</a:t>
            </a:r>
          </a:p>
        </p:txBody>
      </p:sp>
      <p:pic>
        <p:nvPicPr>
          <p:cNvPr id="251" name="Изображение" descr="Изображение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9876" y="3350295"/>
            <a:ext cx="809506" cy="808956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extBox 64"/>
          <p:cNvSpPr txBox="1"/>
          <p:nvPr/>
        </p:nvSpPr>
        <p:spPr>
          <a:xfrm>
            <a:off x="3873024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53" name="TextBox 64"/>
          <p:cNvSpPr txBox="1"/>
          <p:nvPr/>
        </p:nvSpPr>
        <p:spPr>
          <a:xfrm>
            <a:off x="12201507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54" name="TextBox 64"/>
          <p:cNvSpPr txBox="1"/>
          <p:nvPr/>
        </p:nvSpPr>
        <p:spPr>
          <a:xfrm>
            <a:off x="15222734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55" name="TextBox 64"/>
          <p:cNvSpPr txBox="1"/>
          <p:nvPr/>
        </p:nvSpPr>
        <p:spPr>
          <a:xfrm>
            <a:off x="18505205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56" name="TextBox 64"/>
          <p:cNvSpPr txBox="1"/>
          <p:nvPr/>
        </p:nvSpPr>
        <p:spPr>
          <a:xfrm>
            <a:off x="21293120" y="10970097"/>
            <a:ext cx="1564819" cy="51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>
            <a:spAutoFit/>
          </a:bodyPr>
          <a:lstStyle>
            <a:lvl1pPr algn="l" defTabSz="1828800">
              <a:defRPr sz="1200">
                <a:solidFill>
                  <a:srgbClr val="1E1E1E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Динамика YOY месяц к месяцу</a:t>
            </a:r>
          </a:p>
        </p:txBody>
      </p:sp>
      <p:sp>
        <p:nvSpPr>
          <p:cNvPr id="257" name="Прямоугольник 1"/>
          <p:cNvSpPr txBox="1"/>
          <p:nvPr/>
        </p:nvSpPr>
        <p:spPr>
          <a:xfrm>
            <a:off x="607742" y="13064965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dirty="0"/>
              <a:t>*Lorem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</a:t>
            </a:r>
            <a:endParaRPr lang="ru-RU" dirty="0"/>
          </a:p>
        </p:txBody>
      </p:sp>
      <p:sp>
        <p:nvSpPr>
          <p:cNvPr id="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61751BC3-8B3A-1ED0-9B48-1F55A4108425}"/>
              </a:ext>
            </a:extLst>
          </p:cNvPr>
          <p:cNvSpPr txBox="1"/>
          <p:nvPr/>
        </p:nvSpPr>
        <p:spPr>
          <a:xfrm>
            <a:off x="607742" y="694709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84793E-B6EE-468E-4BBC-35F51345DB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0366D-7E40-20AA-9A47-A640D64F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Прямоугольник 1">
            <a:extLst>
              <a:ext uri="{FF2B5EF4-FFF2-40B4-BE49-F238E27FC236}">
                <a16:creationId xmlns:a16="http://schemas.microsoft.com/office/drawing/2014/main" id="{8194E1E9-F951-842B-099F-63A06C9C1F48}"/>
              </a:ext>
            </a:extLst>
          </p:cNvPr>
          <p:cNvSpPr txBox="1"/>
          <p:nvPr/>
        </p:nvSpPr>
        <p:spPr>
          <a:xfrm>
            <a:off x="607742" y="13064965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dirty="0"/>
              <a:t>*Lorem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</a:t>
            </a:r>
            <a:endParaRPr lang="ru-RU" dirty="0"/>
          </a:p>
        </p:txBody>
      </p:sp>
      <p:sp>
        <p:nvSpPr>
          <p:cNvPr id="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9C4947CF-1000-08CA-7110-AEC1751C5D2C}"/>
              </a:ext>
            </a:extLst>
          </p:cNvPr>
          <p:cNvSpPr txBox="1"/>
          <p:nvPr/>
        </p:nvSpPr>
        <p:spPr>
          <a:xfrm>
            <a:off x="607742" y="694709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A2DEC1-F687-B8EE-3D1E-109D389C1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3" name="TextBox 51">
            <a:extLst>
              <a:ext uri="{FF2B5EF4-FFF2-40B4-BE49-F238E27FC236}">
                <a16:creationId xmlns:a16="http://schemas.microsoft.com/office/drawing/2014/main" id="{DC89F924-4016-9FE1-CE19-D39185A43719}"/>
              </a:ext>
            </a:extLst>
          </p:cNvPr>
          <p:cNvSpPr txBox="1"/>
          <p:nvPr/>
        </p:nvSpPr>
        <p:spPr>
          <a:xfrm>
            <a:off x="12166933" y="7233807"/>
            <a:ext cx="10067765" cy="4565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algn="l">
              <a:spcBef>
                <a:spcPts val="1800"/>
              </a:spcBef>
              <a:defRPr sz="3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ru-RU" dirty="0"/>
              <a:t>Текст</a:t>
            </a:r>
            <a:endParaRPr lang="en" dirty="0"/>
          </a:p>
          <a:p>
            <a:pPr marL="555625" indent="-555625" algn="l">
              <a:spcBef>
                <a:spcPts val="1800"/>
              </a:spcBef>
              <a:buSzPct val="100000"/>
              <a:buAutoNum type="arabicPeriod"/>
              <a:defRPr sz="2500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en" dirty="0"/>
              <a:t>Lorem ipsum dolor sit </a:t>
            </a:r>
            <a:r>
              <a:rPr lang="en" dirty="0" err="1"/>
              <a:t>amet</a:t>
            </a:r>
            <a:r>
              <a:rPr lang="en" dirty="0"/>
              <a:t>, </a:t>
            </a:r>
            <a:r>
              <a:rPr lang="en" dirty="0" err="1"/>
              <a:t>consectetur</a:t>
            </a:r>
            <a:r>
              <a:rPr lang="en" dirty="0"/>
              <a:t> </a:t>
            </a:r>
            <a:r>
              <a:rPr lang="en" dirty="0" err="1"/>
              <a:t>adipiscing</a:t>
            </a:r>
            <a:r>
              <a:rPr lang="en" dirty="0"/>
              <a:t> </a:t>
            </a:r>
            <a:r>
              <a:rPr lang="en" dirty="0" err="1"/>
              <a:t>elit</a:t>
            </a:r>
            <a:r>
              <a:rPr lang="en" dirty="0"/>
              <a:t>, sed do </a:t>
            </a:r>
            <a:r>
              <a:rPr lang="en" dirty="0" err="1"/>
              <a:t>eiusmod</a:t>
            </a:r>
            <a:r>
              <a:rPr lang="en" dirty="0"/>
              <a:t> </a:t>
            </a:r>
            <a:r>
              <a:rPr lang="en" dirty="0" err="1"/>
              <a:t>tempor</a:t>
            </a:r>
            <a:r>
              <a:rPr lang="en" dirty="0"/>
              <a:t> </a:t>
            </a:r>
            <a:r>
              <a:rPr lang="en" dirty="0" err="1"/>
              <a:t>incididunt</a:t>
            </a:r>
            <a:r>
              <a:rPr lang="en" dirty="0"/>
              <a:t> </a:t>
            </a:r>
            <a:r>
              <a:rPr lang="en" dirty="0" err="1"/>
              <a:t>ut</a:t>
            </a:r>
            <a:r>
              <a:rPr lang="en" dirty="0"/>
              <a:t> labore et dolore magna </a:t>
            </a:r>
            <a:r>
              <a:rPr lang="en" dirty="0" err="1"/>
              <a:t>aliqua</a:t>
            </a:r>
            <a:r>
              <a:rPr lang="en" dirty="0"/>
              <a:t>. </a:t>
            </a:r>
            <a:endParaRPr lang="ru-RU" dirty="0"/>
          </a:p>
          <a:p>
            <a:pPr marL="555625" indent="-555625" algn="l">
              <a:spcBef>
                <a:spcPts val="1800"/>
              </a:spcBef>
              <a:buSzPct val="100000"/>
              <a:buAutoNum type="arabicPeriod"/>
              <a:defRPr sz="2500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en" dirty="0"/>
              <a:t>Ut </a:t>
            </a:r>
            <a:r>
              <a:rPr lang="en" dirty="0" err="1"/>
              <a:t>enim</a:t>
            </a:r>
            <a:r>
              <a:rPr lang="en" dirty="0"/>
              <a:t> ad minim </a:t>
            </a:r>
            <a:r>
              <a:rPr lang="en" dirty="0" err="1"/>
              <a:t>veniam</a:t>
            </a:r>
            <a:r>
              <a:rPr lang="en" dirty="0"/>
              <a:t>, </a:t>
            </a:r>
            <a:r>
              <a:rPr lang="en" dirty="0" err="1"/>
              <a:t>quis</a:t>
            </a:r>
            <a:r>
              <a:rPr lang="en" dirty="0"/>
              <a:t> </a:t>
            </a:r>
            <a:r>
              <a:rPr lang="en" dirty="0" err="1"/>
              <a:t>nostrud</a:t>
            </a:r>
            <a:r>
              <a:rPr lang="en" dirty="0"/>
              <a:t> exercitation </a:t>
            </a:r>
            <a:r>
              <a:rPr lang="en" dirty="0" err="1"/>
              <a:t>ullamco</a:t>
            </a:r>
            <a:r>
              <a:rPr lang="en" dirty="0"/>
              <a:t> </a:t>
            </a:r>
            <a:r>
              <a:rPr lang="en" dirty="0" err="1"/>
              <a:t>laboris</a:t>
            </a:r>
            <a:r>
              <a:rPr lang="en" dirty="0"/>
              <a:t> nisi </a:t>
            </a:r>
            <a:r>
              <a:rPr lang="en" dirty="0" err="1"/>
              <a:t>ut</a:t>
            </a:r>
            <a:r>
              <a:rPr lang="en" dirty="0"/>
              <a:t> </a:t>
            </a:r>
            <a:r>
              <a:rPr lang="en" dirty="0" err="1"/>
              <a:t>aliquip</a:t>
            </a:r>
            <a:r>
              <a:rPr lang="en" dirty="0"/>
              <a:t> ex </a:t>
            </a:r>
            <a:r>
              <a:rPr lang="en" dirty="0" err="1"/>
              <a:t>ea</a:t>
            </a:r>
            <a:r>
              <a:rPr lang="en" dirty="0"/>
              <a:t> </a:t>
            </a:r>
            <a:r>
              <a:rPr lang="en" dirty="0" err="1"/>
              <a:t>commodo</a:t>
            </a:r>
            <a:r>
              <a:rPr lang="en" dirty="0"/>
              <a:t> </a:t>
            </a:r>
            <a:r>
              <a:rPr lang="en" dirty="0" err="1"/>
              <a:t>consequat</a:t>
            </a:r>
            <a:r>
              <a:rPr lang="en" dirty="0"/>
              <a:t>. </a:t>
            </a:r>
            <a:endParaRPr lang="ru-RU" dirty="0"/>
          </a:p>
          <a:p>
            <a:pPr marL="555625" indent="-555625" algn="l">
              <a:spcBef>
                <a:spcPts val="1800"/>
              </a:spcBef>
              <a:buSzPct val="100000"/>
              <a:buAutoNum type="arabicPeriod"/>
              <a:defRPr sz="2500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en" dirty="0"/>
              <a:t>Duis </a:t>
            </a:r>
            <a:r>
              <a:rPr lang="en" dirty="0" err="1"/>
              <a:t>aute</a:t>
            </a:r>
            <a:r>
              <a:rPr lang="en" dirty="0"/>
              <a:t> </a:t>
            </a:r>
            <a:r>
              <a:rPr lang="en" dirty="0" err="1"/>
              <a:t>irure</a:t>
            </a:r>
            <a:r>
              <a:rPr lang="en" dirty="0"/>
              <a:t> dolor in </a:t>
            </a:r>
            <a:r>
              <a:rPr lang="en" dirty="0" err="1"/>
              <a:t>reprehenderit</a:t>
            </a:r>
            <a:r>
              <a:rPr lang="en" dirty="0"/>
              <a:t> in </a:t>
            </a:r>
            <a:r>
              <a:rPr lang="en" dirty="0" err="1"/>
              <a:t>voluptate</a:t>
            </a:r>
            <a:r>
              <a:rPr lang="en" dirty="0"/>
              <a:t> </a:t>
            </a:r>
            <a:r>
              <a:rPr lang="en" dirty="0" err="1"/>
              <a:t>velit</a:t>
            </a:r>
            <a:r>
              <a:rPr lang="en" dirty="0"/>
              <a:t> </a:t>
            </a:r>
            <a:r>
              <a:rPr lang="en" dirty="0" err="1"/>
              <a:t>esse</a:t>
            </a:r>
            <a:r>
              <a:rPr lang="en" dirty="0"/>
              <a:t> </a:t>
            </a:r>
            <a:r>
              <a:rPr lang="en" dirty="0" err="1"/>
              <a:t>cillum</a:t>
            </a:r>
            <a:r>
              <a:rPr lang="en" dirty="0"/>
              <a:t> dolore </a:t>
            </a:r>
            <a:r>
              <a:rPr lang="en" dirty="0" err="1"/>
              <a:t>eu</a:t>
            </a:r>
            <a:r>
              <a:rPr lang="en" dirty="0"/>
              <a:t> </a:t>
            </a:r>
            <a:r>
              <a:rPr lang="en" dirty="0" err="1"/>
              <a:t>fugiat</a:t>
            </a:r>
            <a:r>
              <a:rPr lang="en" dirty="0"/>
              <a:t> </a:t>
            </a:r>
            <a:r>
              <a:rPr lang="en" dirty="0" err="1"/>
              <a:t>nulla</a:t>
            </a:r>
            <a:r>
              <a:rPr lang="en" dirty="0"/>
              <a:t> </a:t>
            </a:r>
            <a:r>
              <a:rPr lang="en" dirty="0" err="1"/>
              <a:t>pariatur</a:t>
            </a:r>
            <a:r>
              <a:rPr lang="en" dirty="0"/>
              <a:t>. </a:t>
            </a:r>
            <a:endParaRPr lang="ru-RU" dirty="0"/>
          </a:p>
          <a:p>
            <a:pPr marL="555625" indent="-555625" algn="l">
              <a:spcBef>
                <a:spcPts val="1800"/>
              </a:spcBef>
              <a:buSzPct val="100000"/>
              <a:buAutoNum type="arabicPeriod"/>
              <a:defRPr sz="2500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pPr>
            <a:r>
              <a:rPr lang="en" dirty="0" err="1"/>
              <a:t>Excepteur</a:t>
            </a:r>
            <a:r>
              <a:rPr lang="en" dirty="0"/>
              <a:t> </a:t>
            </a:r>
            <a:r>
              <a:rPr lang="en" dirty="0" err="1"/>
              <a:t>sint</a:t>
            </a:r>
            <a:r>
              <a:rPr lang="en" dirty="0"/>
              <a:t> </a:t>
            </a:r>
            <a:r>
              <a:rPr lang="en" dirty="0" err="1"/>
              <a:t>occaecat</a:t>
            </a:r>
            <a:r>
              <a:rPr lang="en" dirty="0"/>
              <a:t> </a:t>
            </a:r>
            <a:r>
              <a:rPr lang="en" dirty="0" err="1"/>
              <a:t>cupidatat</a:t>
            </a:r>
            <a:r>
              <a:rPr lang="en" dirty="0"/>
              <a:t> non </a:t>
            </a:r>
            <a:r>
              <a:rPr lang="en" dirty="0" err="1"/>
              <a:t>proident</a:t>
            </a:r>
            <a:r>
              <a:rPr lang="en" dirty="0"/>
              <a:t>, sunt in culpa qui </a:t>
            </a:r>
            <a:r>
              <a:rPr lang="en" dirty="0" err="1"/>
              <a:t>officia</a:t>
            </a:r>
            <a:r>
              <a:rPr lang="en" dirty="0"/>
              <a:t> </a:t>
            </a:r>
            <a:r>
              <a:rPr lang="en" dirty="0" err="1"/>
              <a:t>deserunt</a:t>
            </a:r>
            <a:r>
              <a:rPr lang="en" dirty="0"/>
              <a:t> </a:t>
            </a:r>
            <a:r>
              <a:rPr lang="en" dirty="0" err="1"/>
              <a:t>mollit</a:t>
            </a:r>
            <a:r>
              <a:rPr lang="en" dirty="0"/>
              <a:t> </a:t>
            </a:r>
            <a:r>
              <a:rPr lang="en" dirty="0" err="1"/>
              <a:t>anim</a:t>
            </a:r>
            <a:r>
              <a:rPr lang="en" dirty="0"/>
              <a:t> id </a:t>
            </a:r>
            <a:r>
              <a:rPr lang="en" dirty="0" err="1"/>
              <a:t>est</a:t>
            </a:r>
            <a:r>
              <a:rPr lang="en" dirty="0"/>
              <a:t> </a:t>
            </a:r>
            <a:r>
              <a:rPr lang="en" dirty="0" err="1"/>
              <a:t>laborum</a:t>
            </a:r>
            <a:r>
              <a:rPr lang="en" dirty="0"/>
              <a:t>.</a:t>
            </a:r>
          </a:p>
        </p:txBody>
      </p:sp>
      <p:grpSp>
        <p:nvGrpSpPr>
          <p:cNvPr id="5" name="Группа 50">
            <a:extLst>
              <a:ext uri="{FF2B5EF4-FFF2-40B4-BE49-F238E27FC236}">
                <a16:creationId xmlns:a16="http://schemas.microsoft.com/office/drawing/2014/main" id="{F4543CAB-5F0A-412C-3629-D81EBD901C7C}"/>
              </a:ext>
            </a:extLst>
          </p:cNvPr>
          <p:cNvGrpSpPr/>
          <p:nvPr/>
        </p:nvGrpSpPr>
        <p:grpSpPr>
          <a:xfrm>
            <a:off x="560498" y="1714381"/>
            <a:ext cx="11525531" cy="5299858"/>
            <a:chOff x="0" y="0"/>
            <a:chExt cx="11525529" cy="5299856"/>
          </a:xfrm>
        </p:grpSpPr>
        <p:sp>
          <p:nvSpPr>
            <p:cNvPr id="6" name="Скругленный прямоугольник 52">
              <a:extLst>
                <a:ext uri="{FF2B5EF4-FFF2-40B4-BE49-F238E27FC236}">
                  <a16:creationId xmlns:a16="http://schemas.microsoft.com/office/drawing/2014/main" id="{272417A2-AA3B-EB0E-17C0-4C4842DA87A9}"/>
                </a:ext>
              </a:extLst>
            </p:cNvPr>
            <p:cNvSpPr/>
            <p:nvPr/>
          </p:nvSpPr>
          <p:spPr>
            <a:xfrm>
              <a:off x="0" y="0"/>
              <a:ext cx="11213410" cy="5299856"/>
            </a:xfrm>
            <a:prstGeom prst="roundRect">
              <a:avLst>
                <a:gd name="adj" fmla="val 2725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935053"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" name="Заголовок 2">
              <a:extLst>
                <a:ext uri="{FF2B5EF4-FFF2-40B4-BE49-F238E27FC236}">
                  <a16:creationId xmlns:a16="http://schemas.microsoft.com/office/drawing/2014/main" id="{5FD12671-DBCD-21BD-AFEF-105F985E2B23}"/>
                </a:ext>
              </a:extLst>
            </p:cNvPr>
            <p:cNvSpPr txBox="1"/>
            <p:nvPr/>
          </p:nvSpPr>
          <p:spPr>
            <a:xfrm>
              <a:off x="289191" y="70820"/>
              <a:ext cx="6873168" cy="6463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6" tIns="91426" rIns="91426" bIns="91426" numCol="1" anchor="t">
              <a:spAutoFit/>
            </a:bodyPr>
            <a:lstStyle>
              <a:lvl1pPr algn="l">
                <a:spcBef>
                  <a:spcPts val="600"/>
                </a:spcBef>
                <a:defRPr sz="3000" b="1">
                  <a:solidFill>
                    <a:srgbClr val="141414"/>
                  </a:solidFill>
                  <a:latin typeface="Beeline Sans"/>
                  <a:ea typeface="Beeline Sans"/>
                  <a:cs typeface="Beeline Sans"/>
                  <a:sym typeface="Beeline Sans"/>
                </a:defRPr>
              </a:lvl1pPr>
            </a:lstStyle>
            <a:p>
              <a:r>
                <a:rPr lang="ru-RU" dirty="0"/>
                <a:t>Название графика</a:t>
              </a:r>
            </a:p>
          </p:txBody>
        </p:sp>
        <p:graphicFrame>
          <p:nvGraphicFramePr>
            <p:cNvPr id="8" name="Диаграмма 54">
              <a:extLst>
                <a:ext uri="{FF2B5EF4-FFF2-40B4-BE49-F238E27FC236}">
                  <a16:creationId xmlns:a16="http://schemas.microsoft.com/office/drawing/2014/main" id="{42F96CC5-D963-F191-97C4-D9FFE2F49A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09754828"/>
                </p:ext>
              </p:extLst>
            </p:nvPr>
          </p:nvGraphicFramePr>
          <p:xfrm>
            <a:off x="84528" y="726764"/>
            <a:ext cx="11441001" cy="36004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9" name="Группа 62">
            <a:extLst>
              <a:ext uri="{FF2B5EF4-FFF2-40B4-BE49-F238E27FC236}">
                <a16:creationId xmlns:a16="http://schemas.microsoft.com/office/drawing/2014/main" id="{84A608D5-B7BD-9007-9BE6-F6F8F2DA07A2}"/>
              </a:ext>
            </a:extLst>
          </p:cNvPr>
          <p:cNvGrpSpPr/>
          <p:nvPr/>
        </p:nvGrpSpPr>
        <p:grpSpPr>
          <a:xfrm>
            <a:off x="11888961" y="1714382"/>
            <a:ext cx="11236187" cy="5299858"/>
            <a:chOff x="0" y="0"/>
            <a:chExt cx="11236186" cy="5299856"/>
          </a:xfrm>
        </p:grpSpPr>
        <p:sp>
          <p:nvSpPr>
            <p:cNvPr id="10" name="Скругленный прямоугольник 63">
              <a:extLst>
                <a:ext uri="{FF2B5EF4-FFF2-40B4-BE49-F238E27FC236}">
                  <a16:creationId xmlns:a16="http://schemas.microsoft.com/office/drawing/2014/main" id="{557343E4-B8AA-5BD4-D6CE-3679729A9CAD}"/>
                </a:ext>
              </a:extLst>
            </p:cNvPr>
            <p:cNvSpPr/>
            <p:nvPr/>
          </p:nvSpPr>
          <p:spPr>
            <a:xfrm>
              <a:off x="0" y="0"/>
              <a:ext cx="11213406" cy="5299856"/>
            </a:xfrm>
            <a:prstGeom prst="roundRect">
              <a:avLst>
                <a:gd name="adj" fmla="val 2725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935053"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1" name="Заголовок 2">
              <a:extLst>
                <a:ext uri="{FF2B5EF4-FFF2-40B4-BE49-F238E27FC236}">
                  <a16:creationId xmlns:a16="http://schemas.microsoft.com/office/drawing/2014/main" id="{8966146C-D8D3-8628-BBA8-55BE6DC83510}"/>
                </a:ext>
              </a:extLst>
            </p:cNvPr>
            <p:cNvSpPr txBox="1"/>
            <p:nvPr/>
          </p:nvSpPr>
          <p:spPr>
            <a:xfrm>
              <a:off x="289190" y="70819"/>
              <a:ext cx="6475225" cy="6463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6" tIns="91426" rIns="91426" bIns="91426" numCol="1" anchor="t">
              <a:spAutoFit/>
            </a:bodyPr>
            <a:lstStyle>
              <a:lvl1pPr algn="l">
                <a:spcBef>
                  <a:spcPts val="600"/>
                </a:spcBef>
                <a:defRPr sz="3000" b="1">
                  <a:solidFill>
                    <a:srgbClr val="141414"/>
                  </a:solidFill>
                  <a:latin typeface="Beeline Sans"/>
                  <a:ea typeface="Beeline Sans"/>
                  <a:cs typeface="Beeline Sans"/>
                  <a:sym typeface="Beeline Sans"/>
                </a:defRPr>
              </a:lvl1pPr>
            </a:lstStyle>
            <a:p>
              <a:r>
                <a:rPr lang="ru-RU" dirty="0"/>
                <a:t>Название графика</a:t>
              </a:r>
              <a:endParaRPr dirty="0"/>
            </a:p>
          </p:txBody>
        </p:sp>
        <p:graphicFrame>
          <p:nvGraphicFramePr>
            <p:cNvPr id="12" name="Диаграмма 65">
              <a:extLst>
                <a:ext uri="{FF2B5EF4-FFF2-40B4-BE49-F238E27FC236}">
                  <a16:creationId xmlns:a16="http://schemas.microsoft.com/office/drawing/2014/main" id="{63875EF6-89FB-B036-29DA-E7CFF541F7F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05586352"/>
                </p:ext>
              </p:extLst>
            </p:nvPr>
          </p:nvGraphicFramePr>
          <p:xfrm>
            <a:off x="106587" y="942557"/>
            <a:ext cx="11129599" cy="330290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grpSp>
        <p:nvGrpSpPr>
          <p:cNvPr id="13" name="Группа 74">
            <a:extLst>
              <a:ext uri="{FF2B5EF4-FFF2-40B4-BE49-F238E27FC236}">
                <a16:creationId xmlns:a16="http://schemas.microsoft.com/office/drawing/2014/main" id="{37E42F4D-A1B1-771F-1745-E9896BF25327}"/>
              </a:ext>
            </a:extLst>
          </p:cNvPr>
          <p:cNvGrpSpPr/>
          <p:nvPr/>
        </p:nvGrpSpPr>
        <p:grpSpPr>
          <a:xfrm>
            <a:off x="560497" y="7106808"/>
            <a:ext cx="11378306" cy="5030967"/>
            <a:chOff x="0" y="0"/>
            <a:chExt cx="11378304" cy="5030966"/>
          </a:xfrm>
        </p:grpSpPr>
        <p:sp>
          <p:nvSpPr>
            <p:cNvPr id="14" name="Скругленный прямоугольник 75">
              <a:extLst>
                <a:ext uri="{FF2B5EF4-FFF2-40B4-BE49-F238E27FC236}">
                  <a16:creationId xmlns:a16="http://schemas.microsoft.com/office/drawing/2014/main" id="{9791C940-AB56-9E32-212D-27D8004C1E39}"/>
                </a:ext>
              </a:extLst>
            </p:cNvPr>
            <p:cNvSpPr/>
            <p:nvPr/>
          </p:nvSpPr>
          <p:spPr>
            <a:xfrm>
              <a:off x="0" y="0"/>
              <a:ext cx="11213410" cy="5030966"/>
            </a:xfrm>
            <a:prstGeom prst="roundRect">
              <a:avLst>
                <a:gd name="adj" fmla="val 2871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935053">
                <a:defRPr sz="2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5" name="Заголовок 2">
              <a:extLst>
                <a:ext uri="{FF2B5EF4-FFF2-40B4-BE49-F238E27FC236}">
                  <a16:creationId xmlns:a16="http://schemas.microsoft.com/office/drawing/2014/main" id="{4FE6A68F-2CE9-F834-821A-4FF3935A1DB9}"/>
                </a:ext>
              </a:extLst>
            </p:cNvPr>
            <p:cNvSpPr/>
            <p:nvPr/>
          </p:nvSpPr>
          <p:spPr>
            <a:xfrm>
              <a:off x="291373" y="64987"/>
              <a:ext cx="7400647" cy="6463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26" tIns="91426" rIns="91426" bIns="91426" numCol="1" anchor="t">
              <a:spAutoFit/>
            </a:bodyPr>
            <a:lstStyle>
              <a:lvl1pPr algn="l">
                <a:spcBef>
                  <a:spcPts val="600"/>
                </a:spcBef>
                <a:defRPr sz="3000" b="1">
                  <a:solidFill>
                    <a:srgbClr val="141414"/>
                  </a:solidFill>
                  <a:latin typeface="Beeline Sans"/>
                  <a:ea typeface="Beeline Sans"/>
                  <a:cs typeface="Beeline Sans"/>
                  <a:sym typeface="Beeline Sans"/>
                </a:defRPr>
              </a:lvl1pPr>
            </a:lstStyle>
            <a:p>
              <a:r>
                <a:rPr lang="ru-RU" dirty="0"/>
                <a:t>Название графика</a:t>
              </a:r>
            </a:p>
          </p:txBody>
        </p:sp>
        <p:graphicFrame>
          <p:nvGraphicFramePr>
            <p:cNvPr id="16" name="Диаграмма 77">
              <a:extLst>
                <a:ext uri="{FF2B5EF4-FFF2-40B4-BE49-F238E27FC236}">
                  <a16:creationId xmlns:a16="http://schemas.microsoft.com/office/drawing/2014/main" id="{641A0B43-2A48-81E7-E51D-EFEEAD2567E5}"/>
                </a:ext>
              </a:extLst>
            </p:cNvPr>
            <p:cNvGraphicFramePr/>
            <p:nvPr/>
          </p:nvGraphicFramePr>
          <p:xfrm>
            <a:off x="160823" y="834512"/>
            <a:ext cx="11217481" cy="336385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</p:grpSp>
      <p:grpSp>
        <p:nvGrpSpPr>
          <p:cNvPr id="17" name="Группа 66">
            <a:extLst>
              <a:ext uri="{FF2B5EF4-FFF2-40B4-BE49-F238E27FC236}">
                <a16:creationId xmlns:a16="http://schemas.microsoft.com/office/drawing/2014/main" id="{0933D28D-89B0-07AB-204F-E9F21C669F15}"/>
              </a:ext>
            </a:extLst>
          </p:cNvPr>
          <p:cNvGrpSpPr/>
          <p:nvPr/>
        </p:nvGrpSpPr>
        <p:grpSpPr>
          <a:xfrm>
            <a:off x="5276259" y="6618438"/>
            <a:ext cx="4327642" cy="1068"/>
            <a:chOff x="-3" y="218259"/>
            <a:chExt cx="4327641" cy="1068"/>
          </a:xfrm>
        </p:grpSpPr>
        <p:grpSp>
          <p:nvGrpSpPr>
            <p:cNvPr id="18" name="Группа 67">
              <a:extLst>
                <a:ext uri="{FF2B5EF4-FFF2-40B4-BE49-F238E27FC236}">
                  <a16:creationId xmlns:a16="http://schemas.microsoft.com/office/drawing/2014/main" id="{6F968DC5-488A-B0EE-9A15-A72071BF829C}"/>
                </a:ext>
              </a:extLst>
            </p:cNvPr>
            <p:cNvGrpSpPr/>
            <p:nvPr/>
          </p:nvGrpSpPr>
          <p:grpSpPr>
            <a:xfrm>
              <a:off x="-3" y="218260"/>
              <a:ext cx="2062957" cy="1067"/>
              <a:chOff x="-1" y="216133"/>
              <a:chExt cx="2062956" cy="1067"/>
            </a:xfrm>
          </p:grpSpPr>
          <p:sp>
            <p:nvSpPr>
              <p:cNvPr id="20" name="Прямая соединительная линия 70">
                <a:extLst>
                  <a:ext uri="{FF2B5EF4-FFF2-40B4-BE49-F238E27FC236}">
                    <a16:creationId xmlns:a16="http://schemas.microsoft.com/office/drawing/2014/main" id="{52EC0322-25A9-F000-CFAA-E2BAB607C860}"/>
                  </a:ext>
                </a:extLst>
              </p:cNvPr>
              <p:cNvSpPr/>
              <p:nvPr/>
            </p:nvSpPr>
            <p:spPr>
              <a:xfrm>
                <a:off x="-1" y="217197"/>
                <a:ext cx="387865" cy="3"/>
              </a:xfrm>
              <a:prstGeom prst="line">
                <a:avLst/>
              </a:prstGeom>
              <a:noFill/>
              <a:ln w="63500" cap="flat">
                <a:solidFill>
                  <a:srgbClr val="FFC8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Прямая соединительная линия 72">
                <a:extLst>
                  <a:ext uri="{FF2B5EF4-FFF2-40B4-BE49-F238E27FC236}">
                    <a16:creationId xmlns:a16="http://schemas.microsoft.com/office/drawing/2014/main" id="{EC2248FE-A76B-91E8-48E7-E2442BF03140}"/>
                  </a:ext>
                </a:extLst>
              </p:cNvPr>
              <p:cNvSpPr/>
              <p:nvPr/>
            </p:nvSpPr>
            <p:spPr>
              <a:xfrm>
                <a:off x="1675090" y="216133"/>
                <a:ext cx="387865" cy="3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9" name="Прямая соединительная линия 68">
              <a:extLst>
                <a:ext uri="{FF2B5EF4-FFF2-40B4-BE49-F238E27FC236}">
                  <a16:creationId xmlns:a16="http://schemas.microsoft.com/office/drawing/2014/main" id="{E249A42A-9133-B2EF-1D0E-DDCDC4EC8D69}"/>
                </a:ext>
              </a:extLst>
            </p:cNvPr>
            <p:cNvSpPr/>
            <p:nvPr/>
          </p:nvSpPr>
          <p:spPr>
            <a:xfrm>
              <a:off x="3946923" y="218259"/>
              <a:ext cx="380715" cy="3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ysDot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" name="Прямая соединительная линия 84">
            <a:extLst>
              <a:ext uri="{FF2B5EF4-FFF2-40B4-BE49-F238E27FC236}">
                <a16:creationId xmlns:a16="http://schemas.microsoft.com/office/drawing/2014/main" id="{CA1A94A5-58EA-08B5-9D33-8FA08E156916}"/>
              </a:ext>
            </a:extLst>
          </p:cNvPr>
          <p:cNvSpPr/>
          <p:nvPr/>
        </p:nvSpPr>
        <p:spPr>
          <a:xfrm>
            <a:off x="9562986" y="11873900"/>
            <a:ext cx="387865" cy="3"/>
          </a:xfrm>
          <a:prstGeom prst="line">
            <a:avLst/>
          </a:prstGeom>
          <a:ln w="63500">
            <a:solidFill>
              <a:srgbClr val="4371C4"/>
            </a:solidFill>
            <a:miter/>
          </a:ln>
        </p:spPr>
        <p:txBody>
          <a:bodyPr lIns="45718" tIns="45718" rIns="45718" bIns="45718"/>
          <a:lstStyle/>
          <a:p>
            <a:endParaRPr/>
          </a:p>
        </p:txBody>
      </p:sp>
      <p:grpSp>
        <p:nvGrpSpPr>
          <p:cNvPr id="23" name="Группа 85">
            <a:extLst>
              <a:ext uri="{FF2B5EF4-FFF2-40B4-BE49-F238E27FC236}">
                <a16:creationId xmlns:a16="http://schemas.microsoft.com/office/drawing/2014/main" id="{D388D7DE-69DA-0CA4-F48F-BBF44A99860C}"/>
              </a:ext>
            </a:extLst>
          </p:cNvPr>
          <p:cNvGrpSpPr/>
          <p:nvPr/>
        </p:nvGrpSpPr>
        <p:grpSpPr>
          <a:xfrm>
            <a:off x="13683975" y="6624233"/>
            <a:ext cx="5716696" cy="14307"/>
            <a:chOff x="-1" y="216132"/>
            <a:chExt cx="5716695" cy="14307"/>
          </a:xfrm>
        </p:grpSpPr>
        <p:sp>
          <p:nvSpPr>
            <p:cNvPr id="24" name="Прямая соединительная линия 93">
              <a:extLst>
                <a:ext uri="{FF2B5EF4-FFF2-40B4-BE49-F238E27FC236}">
                  <a16:creationId xmlns:a16="http://schemas.microsoft.com/office/drawing/2014/main" id="{DC8A2908-8236-2445-E9F1-418C0726690F}"/>
                </a:ext>
              </a:extLst>
            </p:cNvPr>
            <p:cNvSpPr/>
            <p:nvPr/>
          </p:nvSpPr>
          <p:spPr>
            <a:xfrm>
              <a:off x="-1" y="216132"/>
              <a:ext cx="387865" cy="3"/>
            </a:xfrm>
            <a:prstGeom prst="line">
              <a:avLst/>
            </a:prstGeom>
            <a:noFill/>
            <a:ln w="63500" cap="flat">
              <a:solidFill>
                <a:srgbClr val="FFC800"/>
              </a:solidFill>
              <a:prstDash val="sysDot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Прямая соединительная линия 87">
              <a:extLst>
                <a:ext uri="{FF2B5EF4-FFF2-40B4-BE49-F238E27FC236}">
                  <a16:creationId xmlns:a16="http://schemas.microsoft.com/office/drawing/2014/main" id="{FDFA8557-C395-9425-1423-9C2E2BC449BC}"/>
                </a:ext>
              </a:extLst>
            </p:cNvPr>
            <p:cNvSpPr/>
            <p:nvPr/>
          </p:nvSpPr>
          <p:spPr>
            <a:xfrm>
              <a:off x="1654679" y="230436"/>
              <a:ext cx="387865" cy="3"/>
            </a:xfrm>
            <a:prstGeom prst="line">
              <a:avLst/>
            </a:prstGeom>
            <a:noFill/>
            <a:ln w="63500" cap="flat">
              <a:solidFill>
                <a:srgbClr val="FFC8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Прямая соединительная линия 89">
              <a:extLst>
                <a:ext uri="{FF2B5EF4-FFF2-40B4-BE49-F238E27FC236}">
                  <a16:creationId xmlns:a16="http://schemas.microsoft.com/office/drawing/2014/main" id="{DF71F7D3-97FF-6F81-E208-F884AC3CA967}"/>
                </a:ext>
              </a:extLst>
            </p:cNvPr>
            <p:cNvSpPr/>
            <p:nvPr/>
          </p:nvSpPr>
          <p:spPr>
            <a:xfrm>
              <a:off x="5328829" y="230436"/>
              <a:ext cx="387865" cy="3"/>
            </a:xfrm>
            <a:prstGeom prst="line">
              <a:avLst/>
            </a:prstGeom>
            <a:noFill/>
            <a:ln w="63500" cap="flat">
              <a:solidFill>
                <a:srgbClr val="6432C8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Прямая соединительная линия 91">
              <a:extLst>
                <a:ext uri="{FF2B5EF4-FFF2-40B4-BE49-F238E27FC236}">
                  <a16:creationId xmlns:a16="http://schemas.microsoft.com/office/drawing/2014/main" id="{03981E71-B5B7-725A-9DBE-969517A762C2}"/>
                </a:ext>
              </a:extLst>
            </p:cNvPr>
            <p:cNvSpPr/>
            <p:nvPr/>
          </p:nvSpPr>
          <p:spPr>
            <a:xfrm>
              <a:off x="3961974" y="223167"/>
              <a:ext cx="387865" cy="3"/>
            </a:xfrm>
            <a:prstGeom prst="line">
              <a:avLst/>
            </a:prstGeom>
            <a:noFill/>
            <a:ln w="63500" cap="flat">
              <a:solidFill>
                <a:srgbClr val="6432C8"/>
              </a:solidFill>
              <a:prstDash val="sysDot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9944245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91179-0445-E10A-12DF-34F48F14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C13C3-1F94-10AF-8FD7-D4DCE99B2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>
            <a:extLst>
              <a:ext uri="{FF2B5EF4-FFF2-40B4-BE49-F238E27FC236}">
                <a16:creationId xmlns:a16="http://schemas.microsoft.com/office/drawing/2014/main" id="{2D0F6E16-E2E7-C956-A9B6-63D7BCB0538D}"/>
              </a:ext>
            </a:extLst>
          </p:cNvPr>
          <p:cNvSpPr txBox="1"/>
          <p:nvPr/>
        </p:nvSpPr>
        <p:spPr>
          <a:xfrm>
            <a:off x="616227" y="-889000"/>
            <a:ext cx="9212458" cy="982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</a:t>
            </a:r>
            <a:r>
              <a:rPr lang="ru-RU" dirty="0"/>
              <a:t>2</a:t>
            </a:r>
            <a:endParaRPr dirty="0"/>
          </a:p>
        </p:txBody>
      </p:sp>
      <p:sp>
        <p:nvSpPr>
          <p:cNvPr id="206" name="медиа-давление и бюджет">
            <a:extLst>
              <a:ext uri="{FF2B5EF4-FFF2-40B4-BE49-F238E27FC236}">
                <a16:creationId xmlns:a16="http://schemas.microsoft.com/office/drawing/2014/main" id="{D17FC182-CFD1-F8DC-459F-9C689C3755FB}"/>
              </a:ext>
            </a:extLst>
          </p:cNvPr>
          <p:cNvSpPr txBox="1"/>
          <p:nvPr/>
        </p:nvSpPr>
        <p:spPr>
          <a:xfrm>
            <a:off x="13405764" y="5525710"/>
            <a:ext cx="74367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название</a:t>
            </a:r>
          </a:p>
          <a:p>
            <a:r>
              <a:rPr lang="ru-RU" dirty="0"/>
              <a:t>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16212916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6AF31-283F-1E3B-FBD4-814747B1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1D35BE-8BBB-209B-8C43-37BA44A7E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2716"/>
            <a:ext cx="24384000" cy="13728715"/>
          </a:xfrm>
          <a:prstGeom prst="rect">
            <a:avLst/>
          </a:prstGeom>
        </p:spPr>
      </p:pic>
      <p:sp>
        <p:nvSpPr>
          <p:cNvPr id="3" name="Прямоугольник 1">
            <a:extLst>
              <a:ext uri="{FF2B5EF4-FFF2-40B4-BE49-F238E27FC236}">
                <a16:creationId xmlns:a16="http://schemas.microsoft.com/office/drawing/2014/main" id="{6F3A1D2B-9D48-8F07-2F42-8FEC0194462E}"/>
              </a:ext>
            </a:extLst>
          </p:cNvPr>
          <p:cNvSpPr txBox="1"/>
          <p:nvPr/>
        </p:nvSpPr>
        <p:spPr>
          <a:xfrm>
            <a:off x="607742" y="677072"/>
            <a:ext cx="19749286" cy="369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91437" tIns="91437" rIns="91437" bIns="91437" anchor="b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dirty="0">
                <a:solidFill>
                  <a:schemeClr val="bg1"/>
                </a:solidFill>
                <a:latin typeface="Beeline Sans" panose="020B0500040202020204" pitchFamily="34" charset="0"/>
              </a:rPr>
              <a:t>*Lorem ipsum dolor sit </a:t>
            </a:r>
            <a:r>
              <a:rPr lang="en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endParaRPr lang="ru-RU" dirty="0">
              <a:solidFill>
                <a:schemeClr val="bg1"/>
              </a:solidFill>
              <a:latin typeface="Beeline Sans" panose="020B0500040202020204" pitchFamily="34" charset="0"/>
            </a:endParaRPr>
          </a:p>
        </p:txBody>
      </p:sp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2402DC88-49E0-7D65-D246-2A292425C2E5}"/>
              </a:ext>
            </a:extLst>
          </p:cNvPr>
          <p:cNvSpPr txBox="1"/>
          <p:nvPr/>
        </p:nvSpPr>
        <p:spPr>
          <a:xfrm>
            <a:off x="6077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заголовок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01E040-363F-D19E-8EDE-425038D0C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B43B8793-CD86-8E62-9EFD-8E8062C4825C}"/>
              </a:ext>
            </a:extLst>
          </p:cNvPr>
          <p:cNvSpPr txBox="1"/>
          <p:nvPr/>
        </p:nvSpPr>
        <p:spPr>
          <a:xfrm>
            <a:off x="6077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eiusmod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tempor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incididunt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aliqua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enim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veniam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quis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nostrud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ullamco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laboris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aliquip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ea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commodo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consequat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8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B6F6149-1DCC-276E-B20C-F69298D1D272}"/>
              </a:ext>
            </a:extLst>
          </p:cNvPr>
          <p:cNvSpPr txBox="1"/>
          <p:nvPr/>
        </p:nvSpPr>
        <p:spPr>
          <a:xfrm>
            <a:off x="6077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9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637A22F2-651F-2423-935F-29D596460E50}"/>
              </a:ext>
            </a:extLst>
          </p:cNvPr>
          <p:cNvSpPr txBox="1"/>
          <p:nvPr/>
        </p:nvSpPr>
        <p:spPr>
          <a:xfrm>
            <a:off x="70085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>
                <a:solidFill>
                  <a:schemeClr val="tx2"/>
                </a:solidFill>
              </a:rPr>
              <a:t>заголовок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A7585EF-3DCD-DB49-8C9E-899D15EE6340}"/>
              </a:ext>
            </a:extLst>
          </p:cNvPr>
          <p:cNvSpPr txBox="1"/>
          <p:nvPr/>
        </p:nvSpPr>
        <p:spPr>
          <a:xfrm>
            <a:off x="70085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amet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adipiscing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elit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eiusmod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tempor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incididunt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aliqua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enim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veniam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quis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nostrud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ullamco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laboris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aliquip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ea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commodo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consequat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11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B466D5A8-3D83-DFB6-F2C5-FBC619457B4D}"/>
              </a:ext>
            </a:extLst>
          </p:cNvPr>
          <p:cNvSpPr txBox="1"/>
          <p:nvPr/>
        </p:nvSpPr>
        <p:spPr>
          <a:xfrm>
            <a:off x="70085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12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7ED0B50A-CF4E-CC08-C51C-8125F4BE311F}"/>
              </a:ext>
            </a:extLst>
          </p:cNvPr>
          <p:cNvSpPr txBox="1"/>
          <p:nvPr/>
        </p:nvSpPr>
        <p:spPr>
          <a:xfrm>
            <a:off x="132823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заголовок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17A63394-A14A-470D-49D3-019F41C7C1A8}"/>
              </a:ext>
            </a:extLst>
          </p:cNvPr>
          <p:cNvSpPr txBox="1"/>
          <p:nvPr/>
        </p:nvSpPr>
        <p:spPr>
          <a:xfrm>
            <a:off x="132823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eiusmod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tempor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incididunt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aliqua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enim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veniam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quis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nostrud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ullamco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laboris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aliquip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ea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commodo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consequat</a:t>
            </a:r>
            <a:r>
              <a:rPr lang="en" sz="4000" dirty="0">
                <a:solidFill>
                  <a:schemeClr val="bg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1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047F3C3-18B7-9049-389B-908DE639E746}"/>
              </a:ext>
            </a:extLst>
          </p:cNvPr>
          <p:cNvSpPr txBox="1"/>
          <p:nvPr/>
        </p:nvSpPr>
        <p:spPr>
          <a:xfrm>
            <a:off x="132823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5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42156232-63AC-CEC3-33A4-E6B21A9A4519}"/>
              </a:ext>
            </a:extLst>
          </p:cNvPr>
          <p:cNvSpPr txBox="1"/>
          <p:nvPr/>
        </p:nvSpPr>
        <p:spPr>
          <a:xfrm>
            <a:off x="19556143" y="3186928"/>
            <a:ext cx="5285058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>
                <a:solidFill>
                  <a:schemeClr val="tx2"/>
                </a:solidFill>
              </a:rPr>
              <a:t>заголовок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5B05020A-75A2-961D-5E1E-9CE5A2099C3E}"/>
              </a:ext>
            </a:extLst>
          </p:cNvPr>
          <p:cNvSpPr txBox="1"/>
          <p:nvPr/>
        </p:nvSpPr>
        <p:spPr>
          <a:xfrm>
            <a:off x="19556143" y="6858000"/>
            <a:ext cx="3870845" cy="4103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amet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adipiscing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elit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eiusmod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tempor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incididunt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aliqua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enim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veniam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,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quis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nostrud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ullamco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laboris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ut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aliquip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ea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commodo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 </a:t>
            </a:r>
            <a:r>
              <a:rPr lang="en" sz="4000" dirty="0" err="1">
                <a:solidFill>
                  <a:schemeClr val="tx2"/>
                </a:solidFill>
                <a:latin typeface="Beeline Sans" panose="020B0500040202020204" pitchFamily="34" charset="0"/>
              </a:rPr>
              <a:t>consequat</a:t>
            </a:r>
            <a:r>
              <a:rPr lang="en" sz="4000" dirty="0">
                <a:solidFill>
                  <a:schemeClr val="tx2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17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3ACEAB7-7A2A-B0E5-9CD8-A039B720B4EF}"/>
              </a:ext>
            </a:extLst>
          </p:cNvPr>
          <p:cNvSpPr txBox="1"/>
          <p:nvPr/>
        </p:nvSpPr>
        <p:spPr>
          <a:xfrm>
            <a:off x="19556143" y="5423584"/>
            <a:ext cx="5285058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8000" dirty="0">
                <a:solidFill>
                  <a:schemeClr val="tx2"/>
                </a:solidFill>
              </a:rPr>
              <a:t>04</a:t>
            </a:r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8B5051D-513D-06EE-9D93-6255D628D73F}"/>
              </a:ext>
            </a:extLst>
          </p:cNvPr>
          <p:cNvCxnSpPr/>
          <p:nvPr/>
        </p:nvCxnSpPr>
        <p:spPr>
          <a:xfrm>
            <a:off x="6077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B5912EF-5205-6F4E-484C-F3251575156D}"/>
              </a:ext>
            </a:extLst>
          </p:cNvPr>
          <p:cNvCxnSpPr/>
          <p:nvPr/>
        </p:nvCxnSpPr>
        <p:spPr>
          <a:xfrm>
            <a:off x="13231542" y="6659572"/>
            <a:ext cx="4802458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C37F54A9-EDE1-A1AF-917E-5B9883B0DD00}"/>
              </a:ext>
            </a:extLst>
          </p:cNvPr>
          <p:cNvCxnSpPr>
            <a:cxnSpLocks/>
          </p:cNvCxnSpPr>
          <p:nvPr/>
        </p:nvCxnSpPr>
        <p:spPr>
          <a:xfrm>
            <a:off x="19530742" y="6659572"/>
            <a:ext cx="42690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38599427-AB5D-B00F-DC4F-B0C11E5A812E}"/>
              </a:ext>
            </a:extLst>
          </p:cNvPr>
          <p:cNvCxnSpPr/>
          <p:nvPr/>
        </p:nvCxnSpPr>
        <p:spPr>
          <a:xfrm>
            <a:off x="6983142" y="6659572"/>
            <a:ext cx="4802458" cy="0"/>
          </a:xfrm>
          <a:prstGeom prst="line">
            <a:avLst/>
          </a:prstGeom>
          <a:noFill/>
          <a:ln w="25400" cap="flat">
            <a:solidFill>
              <a:schemeClr val="tx2"/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7859465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FBE1F0-59B0-FF37-4274-B71E2FC9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AD9305-7A49-6568-0C88-D40522AD7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794" t="36492" r="43808" b="47106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188" name="TextBox 1">
            <a:extLst>
              <a:ext uri="{FF2B5EF4-FFF2-40B4-BE49-F238E27FC236}">
                <a16:creationId xmlns:a16="http://schemas.microsoft.com/office/drawing/2014/main" id="{60C70D22-9298-A785-2607-60BF6906F201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>
                <a:solidFill>
                  <a:schemeClr val="bg1"/>
                </a:solidFill>
              </a:rPr>
              <a:t>*Lorem ipsum dolor sit </a:t>
            </a:r>
            <a:r>
              <a:rPr lang="en" sz="1200" dirty="0" err="1">
                <a:solidFill>
                  <a:schemeClr val="bg1"/>
                </a:solidFill>
              </a:rPr>
              <a:t>amet</a:t>
            </a:r>
            <a:r>
              <a:rPr lang="en" sz="1200" dirty="0">
                <a:solidFill>
                  <a:schemeClr val="bg1"/>
                </a:solidFill>
              </a:rPr>
              <a:t>, </a:t>
            </a:r>
            <a:r>
              <a:rPr lang="en" sz="1200" dirty="0" err="1">
                <a:solidFill>
                  <a:schemeClr val="bg1"/>
                </a:solidFill>
              </a:rPr>
              <a:t>consectetur</a:t>
            </a:r>
            <a:r>
              <a:rPr lang="en" sz="1200" dirty="0">
                <a:solidFill>
                  <a:schemeClr val="bg1"/>
                </a:solidFill>
              </a:rPr>
              <a:t> </a:t>
            </a:r>
            <a:r>
              <a:rPr lang="en" sz="1200" dirty="0" err="1">
                <a:solidFill>
                  <a:schemeClr val="bg1"/>
                </a:solidFill>
              </a:rPr>
              <a:t>adipiscing</a:t>
            </a:r>
            <a:r>
              <a:rPr lang="en" sz="1200" dirty="0">
                <a:solidFill>
                  <a:schemeClr val="bg1"/>
                </a:solidFill>
              </a:rPr>
              <a:t> </a:t>
            </a:r>
            <a:r>
              <a:rPr lang="en" sz="1200" dirty="0" err="1">
                <a:solidFill>
                  <a:schemeClr val="bg1"/>
                </a:solidFill>
              </a:rPr>
              <a:t>elit</a:t>
            </a:r>
            <a:r>
              <a:rPr lang="en" sz="1200" dirty="0">
                <a:solidFill>
                  <a:schemeClr val="bg1"/>
                </a:solidFill>
              </a:rPr>
              <a:t>, 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3219C57-2BF7-925A-3ABB-D7FCB5D8BCC4}"/>
              </a:ext>
            </a:extLst>
          </p:cNvPr>
          <p:cNvSpPr txBox="1"/>
          <p:nvPr/>
        </p:nvSpPr>
        <p:spPr>
          <a:xfrm>
            <a:off x="648002" y="6684291"/>
            <a:ext cx="7530798" cy="3077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eiusmod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tempor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incididunt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enim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veniam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quis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nostrud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ullamco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laboris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aliquip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commodo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consequat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A160C98F-0099-1EE4-28E7-5889819657E0}"/>
              </a:ext>
            </a:extLst>
          </p:cNvPr>
          <p:cNvSpPr txBox="1"/>
          <p:nvPr/>
        </p:nvSpPr>
        <p:spPr>
          <a:xfrm>
            <a:off x="648000" y="4754364"/>
            <a:ext cx="9156400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0000" dirty="0">
                <a:solidFill>
                  <a:schemeClr val="bg1"/>
                </a:solidFill>
              </a:rPr>
              <a:t>заголовок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0D8B61F-75EE-0130-FBAC-3D96D50CB2FD}"/>
              </a:ext>
            </a:extLst>
          </p:cNvPr>
          <p:cNvSpPr txBox="1"/>
          <p:nvPr/>
        </p:nvSpPr>
        <p:spPr>
          <a:xfrm>
            <a:off x="12516001" y="8264852"/>
            <a:ext cx="7530798" cy="3077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amet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adipiscing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elit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eiusmod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tempor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incididunt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aliqua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enim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veniam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quis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nostrud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ullamco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laboris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aliquip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ea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commodo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consequat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8009D-525D-F0EF-FCBD-B042FD98CD37}"/>
              </a:ext>
            </a:extLst>
          </p:cNvPr>
          <p:cNvSpPr txBox="1"/>
          <p:nvPr/>
        </p:nvSpPr>
        <p:spPr>
          <a:xfrm>
            <a:off x="12516001" y="6894990"/>
            <a:ext cx="8540599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0000" dirty="0">
                <a:solidFill>
                  <a:schemeClr val="tx1"/>
                </a:solidFill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3501954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C67C6-6593-0749-4E69-B5CFB2BE4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D4FB78-E411-5662-74E5-FB45B735B439}"/>
              </a:ext>
            </a:extLst>
          </p:cNvPr>
          <p:cNvSpPr/>
          <p:nvPr/>
        </p:nvSpPr>
        <p:spPr>
          <a:xfrm>
            <a:off x="-1" y="331492"/>
            <a:ext cx="24384001" cy="13384508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F6B57A8-439D-4ED1-B5E5-840DEDD50EE1}"/>
              </a:ext>
            </a:extLst>
          </p:cNvPr>
          <p:cNvSpPr/>
          <p:nvPr/>
        </p:nvSpPr>
        <p:spPr>
          <a:xfrm>
            <a:off x="-1" y="673492"/>
            <a:ext cx="24384003" cy="6795503"/>
          </a:xfrm>
          <a:prstGeom prst="rect">
            <a:avLst/>
          </a:prstGeom>
          <a:solidFill>
            <a:srgbClr val="141414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A5C7E3-F784-EF5F-495D-93B1B1D17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3" y="7468995"/>
            <a:ext cx="24384007" cy="113246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7891828-9E8B-921F-8905-1B2A39CCC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6" y="603525"/>
            <a:ext cx="24383995" cy="1924260"/>
          </a:xfrm>
          <a:prstGeom prst="rect">
            <a:avLst/>
          </a:prstGeom>
        </p:spPr>
      </p:pic>
      <p:sp>
        <p:nvSpPr>
          <p:cNvPr id="188" name="TextBox 1">
            <a:extLst>
              <a:ext uri="{FF2B5EF4-FFF2-40B4-BE49-F238E27FC236}">
                <a16:creationId xmlns:a16="http://schemas.microsoft.com/office/drawing/2014/main" id="{B59994AA-5D4D-56DE-769C-65E72ACACA79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>
                <a:solidFill>
                  <a:schemeClr val="bg1">
                    <a:lumMod val="50000"/>
                  </a:schemeClr>
                </a:solidFill>
              </a:rPr>
              <a:t>*Lorem ipsum dolor sit </a:t>
            </a:r>
            <a:r>
              <a:rPr lang="en" sz="1200" dirty="0" err="1">
                <a:solidFill>
                  <a:schemeClr val="bg1">
                    <a:lumMod val="50000"/>
                  </a:schemeClr>
                </a:solidFill>
              </a:rPr>
              <a:t>amet</a:t>
            </a:r>
            <a:r>
              <a:rPr lang="en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" sz="1200" dirty="0" err="1">
                <a:solidFill>
                  <a:schemeClr val="bg1">
                    <a:lumMod val="50000"/>
                  </a:schemeClr>
                </a:solidFill>
              </a:rPr>
              <a:t>consectetur</a:t>
            </a:r>
            <a:r>
              <a:rPr lang="en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" sz="1200" dirty="0" err="1">
                <a:solidFill>
                  <a:schemeClr val="bg1">
                    <a:lumMod val="50000"/>
                  </a:schemeClr>
                </a:solidFill>
              </a:rPr>
              <a:t>adipiscing</a:t>
            </a:r>
            <a:r>
              <a:rPr lang="en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" sz="1200" dirty="0" err="1">
                <a:solidFill>
                  <a:schemeClr val="bg1">
                    <a:lumMod val="50000"/>
                  </a:schemeClr>
                </a:solidFill>
              </a:rPr>
              <a:t>elit</a:t>
            </a:r>
            <a:r>
              <a:rPr lang="en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D17B4C6-00A2-FEB2-98F0-98536D29691A}"/>
              </a:ext>
            </a:extLst>
          </p:cNvPr>
          <p:cNvSpPr txBox="1"/>
          <p:nvPr/>
        </p:nvSpPr>
        <p:spPr>
          <a:xfrm>
            <a:off x="4667401" y="4399964"/>
            <a:ext cx="150491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eiusmod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tempor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incididunt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enim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veniam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quis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nostrud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ullamco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laboris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aliquip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commodo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consequat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058A8E38-3BA4-CBA7-063B-CABF19698E52}"/>
              </a:ext>
            </a:extLst>
          </p:cNvPr>
          <p:cNvSpPr txBox="1"/>
          <p:nvPr/>
        </p:nvSpPr>
        <p:spPr>
          <a:xfrm>
            <a:off x="3043137" y="3027683"/>
            <a:ext cx="18297726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0000" dirty="0">
                <a:solidFill>
                  <a:schemeClr val="bg1"/>
                </a:solidFill>
              </a:rPr>
              <a:t>заголовок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D3199D-4B50-B349-C8C7-55B2F78E8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676306C0-C282-6076-8D70-A3166C9646B5}"/>
              </a:ext>
            </a:extLst>
          </p:cNvPr>
          <p:cNvSpPr txBox="1"/>
          <p:nvPr/>
        </p:nvSpPr>
        <p:spPr>
          <a:xfrm>
            <a:off x="4667401" y="10470564"/>
            <a:ext cx="150491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amet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adipiscing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elit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eiusmod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tempor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incididunt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aliqua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enim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veniam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quis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nostrud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ullamco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laboris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aliquip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ea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commodo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tx1"/>
                </a:solidFill>
                <a:latin typeface="Beeline Sans" panose="020B0500040202020204" pitchFamily="34" charset="0"/>
              </a:rPr>
              <a:t>consequat</a:t>
            </a:r>
            <a:r>
              <a:rPr lang="en" sz="5000" dirty="0">
                <a:solidFill>
                  <a:schemeClr val="tx1"/>
                </a:solidFill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315BAC0E-C77A-E6C8-1463-F588E4AADFC1}"/>
              </a:ext>
            </a:extLst>
          </p:cNvPr>
          <p:cNvSpPr txBox="1"/>
          <p:nvPr/>
        </p:nvSpPr>
        <p:spPr>
          <a:xfrm>
            <a:off x="3043137" y="9098283"/>
            <a:ext cx="18297726" cy="1053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0000" dirty="0">
                <a:solidFill>
                  <a:schemeClr val="tx1"/>
                </a:solidFill>
              </a:rPr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1466890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angle"/>
          <p:cNvSpPr/>
          <p:nvPr/>
        </p:nvSpPr>
        <p:spPr>
          <a:xfrm>
            <a:off x="0" y="-4590"/>
            <a:ext cx="11900452" cy="13725180"/>
          </a:xfrm>
          <a:prstGeom prst="rect">
            <a:avLst/>
          </a:prstGeom>
          <a:solidFill>
            <a:srgbClr val="FFC800"/>
          </a:solidFill>
          <a:ln w="12700">
            <a:miter lim="400000"/>
          </a:ln>
        </p:spPr>
        <p:txBody>
          <a:bodyPr lIns="91438" rIns="91438" anchor="ctr"/>
          <a:lstStyle/>
          <a:p>
            <a:pPr>
              <a:defRPr sz="1800">
                <a:solidFill>
                  <a:srgbClr val="FFDF40"/>
                </a:solidFill>
                <a:latin typeface="+mn-lt"/>
                <a:ea typeface="+mn-ea"/>
                <a:cs typeface="+mn-cs"/>
                <a:sym typeface="Aptos"/>
              </a:defRPr>
            </a:pPr>
            <a:endParaRPr sz="3600"/>
          </a:p>
        </p:txBody>
      </p:sp>
      <p:sp>
        <p:nvSpPr>
          <p:cNvPr id="188" name="TextBox 1"/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D079A61B-68DE-7585-D714-ED65EAB32FA4}"/>
              </a:ext>
            </a:extLst>
          </p:cNvPr>
          <p:cNvSpPr txBox="1"/>
          <p:nvPr/>
        </p:nvSpPr>
        <p:spPr>
          <a:xfrm>
            <a:off x="648002" y="4247034"/>
            <a:ext cx="96389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3E72F676-2574-3E7C-6B85-3193FB9A6E47}"/>
              </a:ext>
            </a:extLst>
          </p:cNvPr>
          <p:cNvSpPr txBox="1"/>
          <p:nvPr/>
        </p:nvSpPr>
        <p:spPr>
          <a:xfrm>
            <a:off x="648000" y="2063023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DB04606-50B4-769D-B410-88438A614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5564"/>
          <a:stretch>
            <a:fillRect/>
          </a:stretch>
        </p:blipFill>
        <p:spPr>
          <a:xfrm>
            <a:off x="7650399" y="9843236"/>
            <a:ext cx="6040478" cy="3872764"/>
          </a:xfrm>
          <a:prstGeom prst="rect">
            <a:avLst/>
          </a:prstGeom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13A82D27-15AF-90C0-F075-595CF389EE6D}"/>
              </a:ext>
            </a:extLst>
          </p:cNvPr>
          <p:cNvSpPr txBox="1"/>
          <p:nvPr/>
        </p:nvSpPr>
        <p:spPr>
          <a:xfrm>
            <a:off x="13703602" y="7371234"/>
            <a:ext cx="9638998" cy="2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Duis </a:t>
            </a:r>
            <a:r>
              <a:rPr lang="en" sz="5000" dirty="0" err="1">
                <a:latin typeface="Beeline Sans" panose="020B0500040202020204" pitchFamily="34" charset="0"/>
              </a:rPr>
              <a:t>aute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irure</a:t>
            </a:r>
            <a:r>
              <a:rPr lang="en" sz="5000" dirty="0">
                <a:latin typeface="Beeline Sans" panose="020B0500040202020204" pitchFamily="34" charset="0"/>
              </a:rPr>
              <a:t> dolor in </a:t>
            </a:r>
            <a:r>
              <a:rPr lang="en" sz="5000" dirty="0" err="1">
                <a:latin typeface="Beeline Sans" panose="020B0500040202020204" pitchFamily="34" charset="0"/>
              </a:rPr>
              <a:t>reprehenderit</a:t>
            </a:r>
            <a:r>
              <a:rPr lang="en" sz="5000" dirty="0">
                <a:latin typeface="Beeline Sans" panose="020B0500040202020204" pitchFamily="34" charset="0"/>
              </a:rPr>
              <a:t> in </a:t>
            </a:r>
            <a:r>
              <a:rPr lang="en" sz="5000" dirty="0" err="1">
                <a:latin typeface="Beeline Sans" panose="020B0500040202020204" pitchFamily="34" charset="0"/>
              </a:rPr>
              <a:t>voluptate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velit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esse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cillum</a:t>
            </a:r>
            <a:r>
              <a:rPr lang="en" sz="5000" dirty="0">
                <a:latin typeface="Beeline Sans" panose="020B0500040202020204" pitchFamily="34" charset="0"/>
              </a:rPr>
              <a:t> dolore </a:t>
            </a:r>
            <a:r>
              <a:rPr lang="en" sz="5000" dirty="0" err="1">
                <a:latin typeface="Beeline Sans" panose="020B0500040202020204" pitchFamily="34" charset="0"/>
              </a:rPr>
              <a:t>eu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fugiat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nulla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pariatur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  <a:r>
              <a:rPr lang="en" sz="5000" dirty="0" err="1">
                <a:latin typeface="Beeline Sans" panose="020B0500040202020204" pitchFamily="34" charset="0"/>
              </a:rPr>
              <a:t>Excepteur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sint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occaecat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cupidatat</a:t>
            </a:r>
            <a:r>
              <a:rPr lang="en" sz="5000" dirty="0">
                <a:latin typeface="Beeline Sans" panose="020B0500040202020204" pitchFamily="34" charset="0"/>
              </a:rPr>
              <a:t> non </a:t>
            </a:r>
            <a:r>
              <a:rPr lang="en" sz="5000" dirty="0" err="1">
                <a:latin typeface="Beeline Sans" panose="020B0500040202020204" pitchFamily="34" charset="0"/>
              </a:rPr>
              <a:t>proident</a:t>
            </a:r>
            <a:r>
              <a:rPr lang="en" sz="5000" dirty="0">
                <a:latin typeface="Beeline Sans" panose="020B0500040202020204" pitchFamily="34" charset="0"/>
              </a:rPr>
              <a:t>, sunt in culpa qui </a:t>
            </a:r>
            <a:r>
              <a:rPr lang="en" sz="5000" dirty="0" err="1">
                <a:latin typeface="Beeline Sans" panose="020B0500040202020204" pitchFamily="34" charset="0"/>
              </a:rPr>
              <a:t>officia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deserunt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mollit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anim</a:t>
            </a:r>
            <a:r>
              <a:rPr lang="en" sz="5000" dirty="0">
                <a:latin typeface="Beeline Sans" panose="020B0500040202020204" pitchFamily="34" charset="0"/>
              </a:rPr>
              <a:t> id </a:t>
            </a:r>
            <a:r>
              <a:rPr lang="en" sz="5000" dirty="0" err="1">
                <a:latin typeface="Beeline Sans" panose="020B0500040202020204" pitchFamily="34" charset="0"/>
              </a:rPr>
              <a:t>est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laborum</a:t>
            </a:r>
            <a:r>
              <a:rPr lang="en" sz="5000" dirty="0">
                <a:latin typeface="Beeline Sans" panose="020B0500040202020204" pitchFamily="34" charset="0"/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A0A7-A7A6-7E99-1903-3A9E8098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>
            <a:extLst>
              <a:ext uri="{FF2B5EF4-FFF2-40B4-BE49-F238E27FC236}">
                <a16:creationId xmlns:a16="http://schemas.microsoft.com/office/drawing/2014/main" id="{B28127D8-DB49-225D-5114-1E18D55EA2A3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2E39542-35C3-65AE-8620-463A6CBF7E03}"/>
              </a:ext>
            </a:extLst>
          </p:cNvPr>
          <p:cNvSpPr txBox="1"/>
          <p:nvPr/>
        </p:nvSpPr>
        <p:spPr>
          <a:xfrm>
            <a:off x="648002" y="9682634"/>
            <a:ext cx="96389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B4230811-91D8-3A03-C7EC-FB015F595196}"/>
              </a:ext>
            </a:extLst>
          </p:cNvPr>
          <p:cNvSpPr txBox="1"/>
          <p:nvPr/>
        </p:nvSpPr>
        <p:spPr>
          <a:xfrm>
            <a:off x="648000" y="7498623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4AA78993-0BE0-F411-EC98-D99E5A6609C4}"/>
              </a:ext>
            </a:extLst>
          </p:cNvPr>
          <p:cNvSpPr/>
          <p:nvPr/>
        </p:nvSpPr>
        <p:spPr>
          <a:xfrm>
            <a:off x="12483548" y="-4590"/>
            <a:ext cx="11900452" cy="13725180"/>
          </a:xfrm>
          <a:prstGeom prst="rect">
            <a:avLst/>
          </a:prstGeom>
          <a:solidFill>
            <a:schemeClr val="tx2"/>
          </a:solidFill>
          <a:ln w="12700">
            <a:miter lim="400000"/>
          </a:ln>
        </p:spPr>
        <p:txBody>
          <a:bodyPr lIns="91438" rIns="91438" anchor="ctr"/>
          <a:lstStyle/>
          <a:p>
            <a:pPr>
              <a:defRPr sz="1800">
                <a:solidFill>
                  <a:srgbClr val="FFDF40"/>
                </a:solidFill>
                <a:latin typeface="+mn-lt"/>
                <a:ea typeface="+mn-ea"/>
                <a:cs typeface="+mn-cs"/>
                <a:sym typeface="Aptos"/>
              </a:defRPr>
            </a:pPr>
            <a:endParaRPr sz="36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DCDD83-82BA-731A-B231-B6B6F8ED6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CCFFEB64-6B1F-5ADF-30F1-2245C2D061EB}"/>
              </a:ext>
            </a:extLst>
          </p:cNvPr>
          <p:cNvSpPr txBox="1"/>
          <p:nvPr/>
        </p:nvSpPr>
        <p:spPr>
          <a:xfrm>
            <a:off x="13475002" y="2545234"/>
            <a:ext cx="96389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amet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adipiscing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elit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eiusmod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tempor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incididunt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enim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veniam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,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quis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nostrud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ullamco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laboris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ut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aliquip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ea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commodo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 </a:t>
            </a:r>
            <a:r>
              <a:rPr lang="en" sz="5000" dirty="0" err="1">
                <a:solidFill>
                  <a:schemeClr val="bg1"/>
                </a:solidFill>
                <a:latin typeface="Beeline Sans" panose="020B0500040202020204" pitchFamily="34" charset="0"/>
              </a:rPr>
              <a:t>consequat</a:t>
            </a:r>
            <a:r>
              <a:rPr lang="en" sz="5000" dirty="0">
                <a:solidFill>
                  <a:schemeClr val="bg1"/>
                </a:solidFill>
                <a:latin typeface="Beeline Sans" panose="020B050004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2002956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1F330-A078-564E-65F7-AC0EC10D9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D63F6A-1A3E-42C7-CD33-927E34150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07089"/>
            <a:ext cx="24424310" cy="9408911"/>
          </a:xfrm>
          <a:prstGeom prst="rect">
            <a:avLst/>
          </a:prstGeom>
        </p:spPr>
      </p:pic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0237DE41-99D3-BA22-CF4A-45E1758991F3}"/>
              </a:ext>
            </a:extLst>
          </p:cNvPr>
          <p:cNvSpPr txBox="1"/>
          <p:nvPr/>
        </p:nvSpPr>
        <p:spPr>
          <a:xfrm>
            <a:off x="607742" y="531262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0F38D2-9DB9-8411-AE58-1679BBE0A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70C11052-89A5-F929-E2A0-969035C56272}"/>
              </a:ext>
            </a:extLst>
          </p:cNvPr>
          <p:cNvSpPr txBox="1"/>
          <p:nvPr/>
        </p:nvSpPr>
        <p:spPr>
          <a:xfrm>
            <a:off x="607742" y="61935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58906EE-1158-2C97-F07F-FF28F9A06563}"/>
              </a:ext>
            </a:extLst>
          </p:cNvPr>
          <p:cNvSpPr txBox="1"/>
          <p:nvPr/>
        </p:nvSpPr>
        <p:spPr>
          <a:xfrm>
            <a:off x="607741" y="47394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#1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1BE17101-1DF2-D528-3E77-A7B94488E700}"/>
              </a:ext>
            </a:extLst>
          </p:cNvPr>
          <p:cNvSpPr txBox="1"/>
          <p:nvPr/>
        </p:nvSpPr>
        <p:spPr>
          <a:xfrm>
            <a:off x="8938943" y="61935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CD96FBBF-DEDD-B1EE-63EA-F28DA23E5C8B}"/>
              </a:ext>
            </a:extLst>
          </p:cNvPr>
          <p:cNvSpPr txBox="1"/>
          <p:nvPr/>
        </p:nvSpPr>
        <p:spPr>
          <a:xfrm>
            <a:off x="8938942" y="47394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#4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C3AF4DBA-DC67-F77E-DE9C-1DDFD8F3AB2A}"/>
              </a:ext>
            </a:extLst>
          </p:cNvPr>
          <p:cNvSpPr txBox="1"/>
          <p:nvPr/>
        </p:nvSpPr>
        <p:spPr>
          <a:xfrm>
            <a:off x="17270143" y="61935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216B2BB5-6778-7242-78B9-22795517FEAE}"/>
              </a:ext>
            </a:extLst>
          </p:cNvPr>
          <p:cNvSpPr txBox="1"/>
          <p:nvPr/>
        </p:nvSpPr>
        <p:spPr>
          <a:xfrm>
            <a:off x="17270142" y="47394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#3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FE84F096-F28B-C74D-F449-3027653949B3}"/>
              </a:ext>
            </a:extLst>
          </p:cNvPr>
          <p:cNvSpPr txBox="1"/>
          <p:nvPr/>
        </p:nvSpPr>
        <p:spPr>
          <a:xfrm>
            <a:off x="607742" y="110957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0A160133-FA91-3CE1-A6B6-1AC75A4886FB}"/>
              </a:ext>
            </a:extLst>
          </p:cNvPr>
          <p:cNvSpPr txBox="1"/>
          <p:nvPr/>
        </p:nvSpPr>
        <p:spPr>
          <a:xfrm>
            <a:off x="607741" y="96416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#1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7ADB96E7-ABB8-1F10-47BD-9394CE9C093F}"/>
              </a:ext>
            </a:extLst>
          </p:cNvPr>
          <p:cNvSpPr txBox="1"/>
          <p:nvPr/>
        </p:nvSpPr>
        <p:spPr>
          <a:xfrm>
            <a:off x="8938943" y="110957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7" name="TextBox 2">
            <a:extLst>
              <a:ext uri="{FF2B5EF4-FFF2-40B4-BE49-F238E27FC236}">
                <a16:creationId xmlns:a16="http://schemas.microsoft.com/office/drawing/2014/main" id="{D87AD9D9-3F88-1469-F8E0-4BBA0DDE2AD3}"/>
              </a:ext>
            </a:extLst>
          </p:cNvPr>
          <p:cNvSpPr txBox="1"/>
          <p:nvPr/>
        </p:nvSpPr>
        <p:spPr>
          <a:xfrm>
            <a:off x="8938942" y="96416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#4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815F9EA9-0A44-B017-DA0F-503A963BDF74}"/>
              </a:ext>
            </a:extLst>
          </p:cNvPr>
          <p:cNvSpPr txBox="1"/>
          <p:nvPr/>
        </p:nvSpPr>
        <p:spPr>
          <a:xfrm>
            <a:off x="17270143" y="11095774"/>
            <a:ext cx="52088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t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F6D5C613-FF02-5443-5572-F49F34159998}"/>
              </a:ext>
            </a:extLst>
          </p:cNvPr>
          <p:cNvSpPr txBox="1"/>
          <p:nvPr/>
        </p:nvSpPr>
        <p:spPr>
          <a:xfrm>
            <a:off x="17270142" y="9641631"/>
            <a:ext cx="2692771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defRPr sz="5400" spc="-53">
                <a:solidFill>
                  <a:srgbClr val="00000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8000" dirty="0">
                <a:solidFill>
                  <a:srgbClr val="141414"/>
                </a:solidFill>
              </a:rPr>
              <a:t>#3 </a:t>
            </a:r>
            <a:endParaRPr sz="8000" dirty="0">
              <a:solidFill>
                <a:srgbClr val="141414"/>
              </a:solidFill>
            </a:endParaRPr>
          </a:p>
        </p:txBody>
      </p:sp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EF26C36-6EAA-2F51-7912-12ED2D02E2D7}"/>
              </a:ext>
            </a:extLst>
          </p:cNvPr>
          <p:cNvSpPr txBox="1"/>
          <p:nvPr/>
        </p:nvSpPr>
        <p:spPr>
          <a:xfrm>
            <a:off x="607742" y="1898201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271146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095B6-AD9A-0733-4436-1B9F135E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152FDF10-3CA2-A7C1-4A45-969B11A7FBFC}"/>
              </a:ext>
            </a:extLst>
          </p:cNvPr>
          <p:cNvSpPr txBox="1"/>
          <p:nvPr/>
        </p:nvSpPr>
        <p:spPr>
          <a:xfrm>
            <a:off x="607742" y="1259723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434935-0932-A3C6-A56B-4B00181DF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41A1336-CD94-0A08-8D92-143EFE4688F0}"/>
              </a:ext>
            </a:extLst>
          </p:cNvPr>
          <p:cNvGrpSpPr/>
          <p:nvPr/>
        </p:nvGrpSpPr>
        <p:grpSpPr>
          <a:xfrm>
            <a:off x="648000" y="6858000"/>
            <a:ext cx="3644600" cy="3916356"/>
            <a:chOff x="648000" y="6858000"/>
            <a:chExt cx="3644600" cy="3916356"/>
          </a:xfrm>
        </p:grpSpPr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CD546D74-ECCA-64BD-2138-FCDDA70A6411}"/>
                </a:ext>
              </a:extLst>
            </p:cNvPr>
            <p:cNvSpPr txBox="1"/>
            <p:nvPr/>
          </p:nvSpPr>
          <p:spPr>
            <a:xfrm>
              <a:off x="648001" y="8312143"/>
              <a:ext cx="3644599" cy="24622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" sz="4000" dirty="0">
                  <a:latin typeface="Beeline Sans" panose="020B0500040202020204" pitchFamily="34" charset="0"/>
                </a:rPr>
                <a:t>Lorem ipsum dolor sit </a:t>
              </a:r>
              <a:r>
                <a:rPr lang="en" sz="4000" dirty="0" err="1">
                  <a:latin typeface="Beeline Sans" panose="020B0500040202020204" pitchFamily="34" charset="0"/>
                </a:rPr>
                <a:t>amet</a:t>
              </a:r>
              <a:r>
                <a:rPr lang="en" sz="4000" dirty="0">
                  <a:latin typeface="Beeline Sans" panose="020B0500040202020204" pitchFamily="34" charset="0"/>
                </a:rPr>
                <a:t>, </a:t>
              </a:r>
              <a:r>
                <a:rPr lang="en" sz="4000" dirty="0" err="1">
                  <a:latin typeface="Beeline Sans" panose="020B0500040202020204" pitchFamily="34" charset="0"/>
                </a:rPr>
                <a:t>consectetur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adipiscing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elit</a:t>
              </a:r>
              <a:r>
                <a:rPr lang="en" sz="4000" dirty="0">
                  <a:latin typeface="Beeline Sans" panose="020B0500040202020204" pitchFamily="34" charset="0"/>
                </a:rPr>
                <a:t>, sed do </a:t>
              </a:r>
              <a:r>
                <a:rPr lang="en" sz="4000" dirty="0" err="1">
                  <a:latin typeface="Beeline Sans" panose="020B0500040202020204" pitchFamily="34" charset="0"/>
                </a:rPr>
                <a:t>eiusmod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tempor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incididunt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ut</a:t>
              </a:r>
              <a:r>
                <a:rPr lang="en" sz="4000" dirty="0">
                  <a:latin typeface="Beeline Sans" panose="020B0500040202020204" pitchFamily="34" charset="0"/>
                </a:rPr>
                <a:t> labore et dolore magna </a:t>
              </a:r>
              <a:r>
                <a:rPr lang="en" sz="4000" dirty="0" err="1">
                  <a:latin typeface="Beeline Sans" panose="020B0500040202020204" pitchFamily="34" charset="0"/>
                </a:rPr>
                <a:t>aliqua</a:t>
              </a:r>
              <a:r>
                <a:rPr lang="en" sz="4000" dirty="0">
                  <a:latin typeface="Beeline Sans" panose="020B0500040202020204" pitchFamily="34" charset="0"/>
                </a:rPr>
                <a:t>. </a:t>
              </a:r>
            </a:p>
          </p:txBody>
        </p:sp>
        <p:sp>
          <p:nvSpPr>
            <p:cNvPr id="9" name="TextBox 2">
              <a:extLst>
                <a:ext uri="{FF2B5EF4-FFF2-40B4-BE49-F238E27FC236}">
                  <a16:creationId xmlns:a16="http://schemas.microsoft.com/office/drawing/2014/main" id="{3174A160-7E88-549C-85FA-37AF53814748}"/>
                </a:ext>
              </a:extLst>
            </p:cNvPr>
            <p:cNvSpPr txBox="1"/>
            <p:nvPr/>
          </p:nvSpPr>
          <p:spPr>
            <a:xfrm>
              <a:off x="648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#1 </a:t>
              </a:r>
              <a:endParaRPr sz="8000" dirty="0">
                <a:solidFill>
                  <a:srgbClr val="141414"/>
                </a:solidFill>
              </a:endParaRPr>
            </a:p>
          </p:txBody>
        </p:sp>
      </p:grpSp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BE541022-D522-4363-EDB4-C83D6C2AC7FB}"/>
              </a:ext>
            </a:extLst>
          </p:cNvPr>
          <p:cNvSpPr txBox="1"/>
          <p:nvPr/>
        </p:nvSpPr>
        <p:spPr>
          <a:xfrm>
            <a:off x="607742" y="2626662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28963-57E4-EEEC-59AC-B0AF968B0E68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75B23CB-C1E3-6939-2055-B0A51B68C5D8}"/>
              </a:ext>
            </a:extLst>
          </p:cNvPr>
          <p:cNvGrpSpPr/>
          <p:nvPr/>
        </p:nvGrpSpPr>
        <p:grpSpPr>
          <a:xfrm>
            <a:off x="6913333" y="6858000"/>
            <a:ext cx="3644600" cy="3916356"/>
            <a:chOff x="6083600" y="6858000"/>
            <a:chExt cx="3644600" cy="3916356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B4C5389A-394F-2029-6AED-5D83657BA0CB}"/>
                </a:ext>
              </a:extLst>
            </p:cNvPr>
            <p:cNvSpPr txBox="1"/>
            <p:nvPr/>
          </p:nvSpPr>
          <p:spPr>
            <a:xfrm>
              <a:off x="6083601" y="8312143"/>
              <a:ext cx="3644599" cy="24622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" sz="4000" dirty="0">
                  <a:latin typeface="Beeline Sans" panose="020B0500040202020204" pitchFamily="34" charset="0"/>
                </a:rPr>
                <a:t>Lorem ipsum dolor sit </a:t>
              </a:r>
              <a:r>
                <a:rPr lang="en" sz="4000" dirty="0" err="1">
                  <a:latin typeface="Beeline Sans" panose="020B0500040202020204" pitchFamily="34" charset="0"/>
                </a:rPr>
                <a:t>amet</a:t>
              </a:r>
              <a:r>
                <a:rPr lang="en" sz="4000" dirty="0">
                  <a:latin typeface="Beeline Sans" panose="020B0500040202020204" pitchFamily="34" charset="0"/>
                </a:rPr>
                <a:t>, </a:t>
              </a:r>
              <a:r>
                <a:rPr lang="en" sz="4000" dirty="0" err="1">
                  <a:latin typeface="Beeline Sans" panose="020B0500040202020204" pitchFamily="34" charset="0"/>
                </a:rPr>
                <a:t>consectetur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adipiscing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elit</a:t>
              </a:r>
              <a:r>
                <a:rPr lang="en" sz="4000" dirty="0">
                  <a:latin typeface="Beeline Sans" panose="020B0500040202020204" pitchFamily="34" charset="0"/>
                </a:rPr>
                <a:t>, sed do </a:t>
              </a:r>
              <a:r>
                <a:rPr lang="en" sz="4000" dirty="0" err="1">
                  <a:latin typeface="Beeline Sans" panose="020B0500040202020204" pitchFamily="34" charset="0"/>
                </a:rPr>
                <a:t>eiusmod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tempor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incididunt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ut</a:t>
              </a:r>
              <a:r>
                <a:rPr lang="en" sz="4000" dirty="0">
                  <a:latin typeface="Beeline Sans" panose="020B0500040202020204" pitchFamily="34" charset="0"/>
                </a:rPr>
                <a:t> labore et dolore magna </a:t>
              </a:r>
              <a:r>
                <a:rPr lang="en" sz="4000" dirty="0" err="1">
                  <a:latin typeface="Beeline Sans" panose="020B0500040202020204" pitchFamily="34" charset="0"/>
                </a:rPr>
                <a:t>aliqua</a:t>
              </a:r>
              <a:r>
                <a:rPr lang="en" sz="4000" dirty="0">
                  <a:latin typeface="Beeline Sans" panose="020B0500040202020204" pitchFamily="34" charset="0"/>
                </a:rPr>
                <a:t>. </a:t>
              </a: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C05BED69-029E-C1D7-9F0F-C12C585D7B08}"/>
                </a:ext>
              </a:extLst>
            </p:cNvPr>
            <p:cNvSpPr txBox="1"/>
            <p:nvPr/>
          </p:nvSpPr>
          <p:spPr>
            <a:xfrm>
              <a:off x="60836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#2 </a:t>
              </a:r>
              <a:endParaRPr sz="8000" dirty="0">
                <a:solidFill>
                  <a:srgbClr val="141414"/>
                </a:solidFill>
              </a:endParaRP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FDFD6E56-0ECD-8038-9E1D-D356E3C5C6CA}"/>
              </a:ext>
            </a:extLst>
          </p:cNvPr>
          <p:cNvGrpSpPr/>
          <p:nvPr/>
        </p:nvGrpSpPr>
        <p:grpSpPr>
          <a:xfrm>
            <a:off x="13178666" y="6858000"/>
            <a:ext cx="3644600" cy="3916356"/>
            <a:chOff x="12509800" y="6858000"/>
            <a:chExt cx="3644600" cy="3916356"/>
          </a:xfrm>
        </p:grpSpPr>
        <p:sp>
          <p:nvSpPr>
            <p:cNvPr id="12" name="TextBox 3">
              <a:extLst>
                <a:ext uri="{FF2B5EF4-FFF2-40B4-BE49-F238E27FC236}">
                  <a16:creationId xmlns:a16="http://schemas.microsoft.com/office/drawing/2014/main" id="{BD2CFCBC-72B6-F2B3-9A30-B960518833AB}"/>
                </a:ext>
              </a:extLst>
            </p:cNvPr>
            <p:cNvSpPr txBox="1"/>
            <p:nvPr/>
          </p:nvSpPr>
          <p:spPr>
            <a:xfrm>
              <a:off x="12509801" y="8312143"/>
              <a:ext cx="3644599" cy="24622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" sz="4000" dirty="0">
                  <a:latin typeface="Beeline Sans" panose="020B0500040202020204" pitchFamily="34" charset="0"/>
                </a:rPr>
                <a:t>Lorem ipsum dolor sit </a:t>
              </a:r>
              <a:r>
                <a:rPr lang="en" sz="4000" dirty="0" err="1">
                  <a:latin typeface="Beeline Sans" panose="020B0500040202020204" pitchFamily="34" charset="0"/>
                </a:rPr>
                <a:t>amet</a:t>
              </a:r>
              <a:r>
                <a:rPr lang="en" sz="4000" dirty="0">
                  <a:latin typeface="Beeline Sans" panose="020B0500040202020204" pitchFamily="34" charset="0"/>
                </a:rPr>
                <a:t>, </a:t>
              </a:r>
              <a:r>
                <a:rPr lang="en" sz="4000" dirty="0" err="1">
                  <a:latin typeface="Beeline Sans" panose="020B0500040202020204" pitchFamily="34" charset="0"/>
                </a:rPr>
                <a:t>consectetur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adipiscing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elit</a:t>
              </a:r>
              <a:r>
                <a:rPr lang="en" sz="4000" dirty="0">
                  <a:latin typeface="Beeline Sans" panose="020B0500040202020204" pitchFamily="34" charset="0"/>
                </a:rPr>
                <a:t>, sed do </a:t>
              </a:r>
              <a:r>
                <a:rPr lang="en" sz="4000" dirty="0" err="1">
                  <a:latin typeface="Beeline Sans" panose="020B0500040202020204" pitchFamily="34" charset="0"/>
                </a:rPr>
                <a:t>eiusmod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tempor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incididunt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ut</a:t>
              </a:r>
              <a:r>
                <a:rPr lang="en" sz="4000" dirty="0">
                  <a:latin typeface="Beeline Sans" panose="020B0500040202020204" pitchFamily="34" charset="0"/>
                </a:rPr>
                <a:t> labore et dolore magna </a:t>
              </a:r>
              <a:r>
                <a:rPr lang="en" sz="4000" dirty="0" err="1">
                  <a:latin typeface="Beeline Sans" panose="020B0500040202020204" pitchFamily="34" charset="0"/>
                </a:rPr>
                <a:t>aliqua</a:t>
              </a:r>
              <a:r>
                <a:rPr lang="en" sz="4000" dirty="0">
                  <a:latin typeface="Beeline Sans" panose="020B0500040202020204" pitchFamily="34" charset="0"/>
                </a:rPr>
                <a:t>. </a:t>
              </a:r>
            </a:p>
          </p:txBody>
        </p:sp>
        <p:sp>
          <p:nvSpPr>
            <p:cNvPr id="13" name="TextBox 2">
              <a:extLst>
                <a:ext uri="{FF2B5EF4-FFF2-40B4-BE49-F238E27FC236}">
                  <a16:creationId xmlns:a16="http://schemas.microsoft.com/office/drawing/2014/main" id="{FC47B528-3D09-3B0D-B142-5A96E339AAAC}"/>
                </a:ext>
              </a:extLst>
            </p:cNvPr>
            <p:cNvSpPr txBox="1"/>
            <p:nvPr/>
          </p:nvSpPr>
          <p:spPr>
            <a:xfrm>
              <a:off x="125098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#3 </a:t>
              </a:r>
              <a:endParaRPr sz="8000" dirty="0">
                <a:solidFill>
                  <a:srgbClr val="141414"/>
                </a:solidFill>
              </a:endParaRP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5E430C1-4613-25AD-5186-B498D97237C6}"/>
              </a:ext>
            </a:extLst>
          </p:cNvPr>
          <p:cNvGrpSpPr/>
          <p:nvPr/>
        </p:nvGrpSpPr>
        <p:grpSpPr>
          <a:xfrm>
            <a:off x="19444000" y="6858000"/>
            <a:ext cx="3644600" cy="3916356"/>
            <a:chOff x="19444000" y="6858000"/>
            <a:chExt cx="3644600" cy="3916356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87BCDAB1-230A-193B-FB62-06090C76A556}"/>
                </a:ext>
              </a:extLst>
            </p:cNvPr>
            <p:cNvSpPr txBox="1"/>
            <p:nvPr/>
          </p:nvSpPr>
          <p:spPr>
            <a:xfrm>
              <a:off x="19444001" y="8312143"/>
              <a:ext cx="3644599" cy="24622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t">
              <a:spAutoFit/>
            </a:bodyPr>
            <a:lstStyle>
              <a:lvl1pPr>
                <a:spcBef>
                  <a:spcPts val="1000"/>
                </a:spcBef>
                <a:defRPr sz="2100" spc="0" baseline="476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" sz="4000" dirty="0">
                  <a:latin typeface="Beeline Sans" panose="020B0500040202020204" pitchFamily="34" charset="0"/>
                </a:rPr>
                <a:t>Lorem ipsum dolor sit </a:t>
              </a:r>
              <a:r>
                <a:rPr lang="en" sz="4000" dirty="0" err="1">
                  <a:latin typeface="Beeline Sans" panose="020B0500040202020204" pitchFamily="34" charset="0"/>
                </a:rPr>
                <a:t>amet</a:t>
              </a:r>
              <a:r>
                <a:rPr lang="en" sz="4000" dirty="0">
                  <a:latin typeface="Beeline Sans" panose="020B0500040202020204" pitchFamily="34" charset="0"/>
                </a:rPr>
                <a:t>, </a:t>
              </a:r>
              <a:r>
                <a:rPr lang="en" sz="4000" dirty="0" err="1">
                  <a:latin typeface="Beeline Sans" panose="020B0500040202020204" pitchFamily="34" charset="0"/>
                </a:rPr>
                <a:t>consectetur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adipiscing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elit</a:t>
              </a:r>
              <a:r>
                <a:rPr lang="en" sz="4000" dirty="0">
                  <a:latin typeface="Beeline Sans" panose="020B0500040202020204" pitchFamily="34" charset="0"/>
                </a:rPr>
                <a:t>, sed do </a:t>
              </a:r>
              <a:r>
                <a:rPr lang="en" sz="4000" dirty="0" err="1">
                  <a:latin typeface="Beeline Sans" panose="020B0500040202020204" pitchFamily="34" charset="0"/>
                </a:rPr>
                <a:t>eiusmod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tempor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incididunt</a:t>
              </a:r>
              <a:r>
                <a:rPr lang="en" sz="4000" dirty="0">
                  <a:latin typeface="Beeline Sans" panose="020B0500040202020204" pitchFamily="34" charset="0"/>
                </a:rPr>
                <a:t> </a:t>
              </a:r>
              <a:r>
                <a:rPr lang="en" sz="4000" dirty="0" err="1">
                  <a:latin typeface="Beeline Sans" panose="020B0500040202020204" pitchFamily="34" charset="0"/>
                </a:rPr>
                <a:t>ut</a:t>
              </a:r>
              <a:r>
                <a:rPr lang="en" sz="4000" dirty="0">
                  <a:latin typeface="Beeline Sans" panose="020B0500040202020204" pitchFamily="34" charset="0"/>
                </a:rPr>
                <a:t> labore et dolore magna </a:t>
              </a:r>
              <a:r>
                <a:rPr lang="en" sz="4000" dirty="0" err="1">
                  <a:latin typeface="Beeline Sans" panose="020B0500040202020204" pitchFamily="34" charset="0"/>
                </a:rPr>
                <a:t>aliqua</a:t>
              </a:r>
              <a:r>
                <a:rPr lang="en" sz="4000" dirty="0">
                  <a:latin typeface="Beeline Sans" panose="020B0500040202020204" pitchFamily="34" charset="0"/>
                </a:rPr>
                <a:t>. </a:t>
              </a: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FB381585-7393-4325-D3C3-25083F8F10D4}"/>
                </a:ext>
              </a:extLst>
            </p:cNvPr>
            <p:cNvSpPr txBox="1"/>
            <p:nvPr/>
          </p:nvSpPr>
          <p:spPr>
            <a:xfrm>
              <a:off x="19444000" y="6858000"/>
              <a:ext cx="2692771" cy="11079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90000"/>
                </a:lnSpc>
                <a:defRPr sz="5400" spc="-53">
                  <a:solidFill>
                    <a:srgbClr val="000000"/>
                  </a:solidFill>
                  <a:latin typeface="Beeline Sans Black"/>
                  <a:ea typeface="Beeline Sans Black"/>
                  <a:cs typeface="Beeline Sans Black"/>
                  <a:sym typeface="Beeline Sans Black"/>
                </a:defRPr>
              </a:pPr>
              <a:r>
                <a:rPr lang="ru-RU" sz="8000" dirty="0">
                  <a:solidFill>
                    <a:srgbClr val="141414"/>
                  </a:solidFill>
                </a:rPr>
                <a:t>#4</a:t>
              </a:r>
              <a:endParaRPr sz="8000" dirty="0">
                <a:solidFill>
                  <a:srgbClr val="141414"/>
                </a:solidFill>
              </a:endParaRPr>
            </a:p>
          </p:txBody>
        </p:sp>
      </p:grp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85CE0718-4DB8-A8C3-DA87-125270AA52D6}"/>
              </a:ext>
            </a:extLst>
          </p:cNvPr>
          <p:cNvCxnSpPr>
            <a:cxnSpLocks/>
          </p:cNvCxnSpPr>
          <p:nvPr/>
        </p:nvCxnSpPr>
        <p:spPr>
          <a:xfrm flipV="1">
            <a:off x="60706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CF9D9441-71C0-76A4-4329-49E90B924654}"/>
              </a:ext>
            </a:extLst>
          </p:cNvPr>
          <p:cNvCxnSpPr>
            <a:cxnSpLocks/>
          </p:cNvCxnSpPr>
          <p:nvPr/>
        </p:nvCxnSpPr>
        <p:spPr>
          <a:xfrm flipV="1">
            <a:off x="123825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9519FCDC-FC5D-6F19-10A5-308CE9058409}"/>
              </a:ext>
            </a:extLst>
          </p:cNvPr>
          <p:cNvCxnSpPr>
            <a:cxnSpLocks/>
          </p:cNvCxnSpPr>
          <p:nvPr/>
        </p:nvCxnSpPr>
        <p:spPr>
          <a:xfrm flipV="1">
            <a:off x="18694400" y="6858000"/>
            <a:ext cx="0" cy="6294428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4320470-BA1F-C1FE-38B2-5AE284143FFC}"/>
              </a:ext>
            </a:extLst>
          </p:cNvPr>
          <p:cNvSpPr/>
          <p:nvPr/>
        </p:nvSpPr>
        <p:spPr>
          <a:xfrm>
            <a:off x="607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03CEDA0-DF0F-EBC5-F3F3-A953472BDE6C}"/>
              </a:ext>
            </a:extLst>
          </p:cNvPr>
          <p:cNvSpPr/>
          <p:nvPr/>
        </p:nvSpPr>
        <p:spPr>
          <a:xfrm>
            <a:off x="6703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024E8E-92E8-D258-1AD6-D7FE597CD52B}"/>
              </a:ext>
            </a:extLst>
          </p:cNvPr>
          <p:cNvSpPr/>
          <p:nvPr/>
        </p:nvSpPr>
        <p:spPr>
          <a:xfrm>
            <a:off x="12799742" y="5513117"/>
            <a:ext cx="5109465" cy="660947"/>
          </a:xfrm>
          <a:prstGeom prst="rect">
            <a:avLst/>
          </a:prstGeom>
          <a:solidFill>
            <a:schemeClr val="accent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F00EB7D-BC27-6AAB-99BC-490DA137BAFD}"/>
              </a:ext>
            </a:extLst>
          </p:cNvPr>
          <p:cNvSpPr/>
          <p:nvPr/>
        </p:nvSpPr>
        <p:spPr>
          <a:xfrm>
            <a:off x="18895742" y="5513117"/>
            <a:ext cx="5109465" cy="660947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j-lt"/>
              <a:ea typeface="+mj-ea"/>
              <a:cs typeface="+mj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754139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33F25-8C66-87E1-E7AD-B7F2B35E6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DFB5C3F-2FEC-AEE4-D10D-6ED60EA205DF}"/>
              </a:ext>
            </a:extLst>
          </p:cNvPr>
          <p:cNvSpPr txBox="1"/>
          <p:nvPr/>
        </p:nvSpPr>
        <p:spPr>
          <a:xfrm>
            <a:off x="607742" y="2256816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F052A8-277A-6103-0CED-D07B0CE0A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0CF2C1C2-E468-E27E-ABE8-8E58C1D0CC5C}"/>
              </a:ext>
            </a:extLst>
          </p:cNvPr>
          <p:cNvSpPr txBox="1"/>
          <p:nvPr/>
        </p:nvSpPr>
        <p:spPr>
          <a:xfrm>
            <a:off x="607742" y="3623755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FB264A-B304-CFB3-15F0-EB3EF1AE8F6C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A342F12-58D4-DFE6-F50E-A5B75AE358F4}"/>
              </a:ext>
            </a:extLst>
          </p:cNvPr>
          <p:cNvSpPr/>
          <p:nvPr/>
        </p:nvSpPr>
        <p:spPr>
          <a:xfrm>
            <a:off x="0" y="5945494"/>
            <a:ext cx="9719544" cy="1825012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E5E855F-B907-4FA3-F677-607D50D6A294}"/>
              </a:ext>
            </a:extLst>
          </p:cNvPr>
          <p:cNvSpPr/>
          <p:nvPr/>
        </p:nvSpPr>
        <p:spPr>
          <a:xfrm>
            <a:off x="9719544" y="5945494"/>
            <a:ext cx="14664456" cy="1825012"/>
          </a:xfrm>
          <a:prstGeom prst="rect">
            <a:avLst/>
          </a:prstGeom>
          <a:solidFill>
            <a:srgbClr val="141414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2FDE401B-AFCF-2564-1DB2-3B849D40CBC5}"/>
              </a:ext>
            </a:extLst>
          </p:cNvPr>
          <p:cNvSpPr txBox="1"/>
          <p:nvPr/>
        </p:nvSpPr>
        <p:spPr>
          <a:xfrm>
            <a:off x="648000" y="6201015"/>
            <a:ext cx="3825299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1000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lang="ru-RU" dirty="0">
                <a:solidFill>
                  <a:schemeClr val="tx1"/>
                </a:solidFill>
              </a:rPr>
              <a:t>00</a:t>
            </a:r>
            <a:r>
              <a:rPr dirty="0">
                <a:solidFill>
                  <a:schemeClr val="tx1"/>
                </a:solidFill>
              </a:rPr>
              <a:t>%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7E1990B7-59CF-2F02-D311-206FEDA08A02}"/>
              </a:ext>
            </a:extLst>
          </p:cNvPr>
          <p:cNvSpPr txBox="1"/>
          <p:nvPr/>
        </p:nvSpPr>
        <p:spPr>
          <a:xfrm>
            <a:off x="10178587" y="6201015"/>
            <a:ext cx="3825299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90000"/>
              </a:lnSpc>
              <a:defRPr sz="1000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lang="ru-RU" dirty="0">
                <a:solidFill>
                  <a:schemeClr val="bg1"/>
                </a:solidFill>
              </a:rPr>
              <a:t>00</a:t>
            </a:r>
            <a:r>
              <a:rPr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EF6DFB30-3AE2-FA5A-0365-A4B400E8B830}"/>
              </a:ext>
            </a:extLst>
          </p:cNvPr>
          <p:cNvSpPr txBox="1"/>
          <p:nvPr/>
        </p:nvSpPr>
        <p:spPr>
          <a:xfrm>
            <a:off x="648002" y="8689194"/>
            <a:ext cx="181733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EF282EED-7A6F-8A6E-1D37-C2F64C6CEBFA}"/>
              </a:ext>
            </a:extLst>
          </p:cNvPr>
          <p:cNvSpPr txBox="1"/>
          <p:nvPr/>
        </p:nvSpPr>
        <p:spPr>
          <a:xfrm>
            <a:off x="3661943" y="6277215"/>
            <a:ext cx="2719658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en-US" sz="3000" b="0" dirty="0"/>
              <a:t>*</a:t>
            </a:r>
            <a:r>
              <a:rPr lang="ru-RU" sz="3000" b="0" dirty="0"/>
              <a:t>подзаголовок</a:t>
            </a:r>
          </a:p>
        </p:txBody>
      </p:sp>
      <p:sp>
        <p:nvSpPr>
          <p:cNvPr id="25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87931AD6-F98F-2B90-574D-AFD4D50F2911}"/>
              </a:ext>
            </a:extLst>
          </p:cNvPr>
          <p:cNvSpPr txBox="1"/>
          <p:nvPr/>
        </p:nvSpPr>
        <p:spPr>
          <a:xfrm>
            <a:off x="12947605" y="6277215"/>
            <a:ext cx="2719658" cy="518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en-US" sz="3000" b="0" dirty="0">
                <a:solidFill>
                  <a:schemeClr val="bg1"/>
                </a:solidFill>
              </a:rPr>
              <a:t>*</a:t>
            </a:r>
            <a:r>
              <a:rPr lang="ru-RU" sz="3000" b="0" dirty="0">
                <a:solidFill>
                  <a:schemeClr val="bg1"/>
                </a:solidFill>
              </a:rPr>
              <a:t>подзаголовок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F3EB29E9-F6E5-197F-BE32-D0A6992ACF9F}"/>
              </a:ext>
            </a:extLst>
          </p:cNvPr>
          <p:cNvSpPr txBox="1"/>
          <p:nvPr/>
        </p:nvSpPr>
        <p:spPr>
          <a:xfrm>
            <a:off x="648002" y="10975194"/>
            <a:ext cx="18173398" cy="1538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1413286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DFA87-D4B9-661A-BAD3-3270E99E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1C93A660-194B-D2D3-2308-959E9B096BFF}"/>
              </a:ext>
            </a:extLst>
          </p:cNvPr>
          <p:cNvSpPr txBox="1"/>
          <p:nvPr/>
        </p:nvSpPr>
        <p:spPr>
          <a:xfrm>
            <a:off x="607742" y="2256816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FCE69A-8507-0B48-451D-06D7CB872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30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1A09A993-3843-8016-25FF-95DF1AF2F73E}"/>
              </a:ext>
            </a:extLst>
          </p:cNvPr>
          <p:cNvSpPr txBox="1"/>
          <p:nvPr/>
        </p:nvSpPr>
        <p:spPr>
          <a:xfrm>
            <a:off x="607742" y="3623755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286F51-B3F4-A1A1-46CE-28808A867170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734085-B46C-3C03-59D3-805EE8F6B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663865" flipH="1">
            <a:off x="11620374" y="4834719"/>
            <a:ext cx="12997634" cy="7220907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472AAF04-547A-BB88-756B-62B7DD0F12B3}"/>
              </a:ext>
            </a:extLst>
          </p:cNvPr>
          <p:cNvSpPr txBox="1"/>
          <p:nvPr/>
        </p:nvSpPr>
        <p:spPr>
          <a:xfrm>
            <a:off x="648002" y="7295902"/>
            <a:ext cx="97913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9418710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832C9-D45E-61A1-9433-0F52E218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7CBC13D0-38BB-8B3D-2693-4383FDAD1068}"/>
              </a:ext>
            </a:extLst>
          </p:cNvPr>
          <p:cNvSpPr txBox="1"/>
          <p:nvPr/>
        </p:nvSpPr>
        <p:spPr>
          <a:xfrm>
            <a:off x="607742" y="1908370"/>
            <a:ext cx="16673285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10000" dirty="0"/>
              <a:t>заголовок слайда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621791-DC6C-DB7F-E3BE-EB1C088C5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40522D-2FC5-E22B-47C1-8B2C03F918F5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1B77996B-5044-8340-E91D-1B7D28C8351A}"/>
              </a:ext>
            </a:extLst>
          </p:cNvPr>
          <p:cNvSpPr txBox="1"/>
          <p:nvPr/>
        </p:nvSpPr>
        <p:spPr>
          <a:xfrm>
            <a:off x="6350000" y="8111898"/>
            <a:ext cx="14757400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latin typeface="Beeline Sans" panose="020B0500040202020204" pitchFamily="34" charset="0"/>
              </a:rPr>
              <a:t>enim</a:t>
            </a:r>
            <a:r>
              <a:rPr lang="en" sz="4000" dirty="0"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latin typeface="Beeline Sans" panose="020B0500040202020204" pitchFamily="34" charset="0"/>
              </a:rPr>
              <a:t>veniam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quis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nostrud</a:t>
            </a:r>
            <a:r>
              <a:rPr lang="en" sz="4000" dirty="0"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latin typeface="Beeline Sans" panose="020B0500040202020204" pitchFamily="34" charset="0"/>
              </a:rPr>
              <a:t>ullamco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laboris</a:t>
            </a:r>
            <a:r>
              <a:rPr lang="en" sz="4000" dirty="0"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aliquip</a:t>
            </a:r>
            <a:r>
              <a:rPr lang="en" sz="4000" dirty="0"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latin typeface="Beeline Sans" panose="020B0500040202020204" pitchFamily="34" charset="0"/>
              </a:rPr>
              <a:t>ea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commodo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consequat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EF501672-2696-A800-DFA9-51C36815A927}"/>
              </a:ext>
            </a:extLst>
          </p:cNvPr>
          <p:cNvSpPr txBox="1"/>
          <p:nvPr/>
        </p:nvSpPr>
        <p:spPr>
          <a:xfrm>
            <a:off x="6350000" y="10975194"/>
            <a:ext cx="14757400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latin typeface="Beeline Sans" panose="020B0500040202020204" pitchFamily="34" charset="0"/>
              </a:rPr>
              <a:t>enim</a:t>
            </a:r>
            <a:r>
              <a:rPr lang="en" sz="4000" dirty="0"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latin typeface="Beeline Sans" panose="020B0500040202020204" pitchFamily="34" charset="0"/>
              </a:rPr>
              <a:t>veniam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quis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nostrud</a:t>
            </a:r>
            <a:r>
              <a:rPr lang="en" sz="4000" dirty="0"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latin typeface="Beeline Sans" panose="020B0500040202020204" pitchFamily="34" charset="0"/>
              </a:rPr>
              <a:t>ullamco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laboris</a:t>
            </a:r>
            <a:r>
              <a:rPr lang="en" sz="4000" dirty="0"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aliquip</a:t>
            </a:r>
            <a:r>
              <a:rPr lang="en" sz="4000" dirty="0"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latin typeface="Beeline Sans" panose="020B0500040202020204" pitchFamily="34" charset="0"/>
              </a:rPr>
              <a:t>ea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commodo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consequat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D900CDE-E5B7-8EED-C5AF-B761785D44F1}"/>
              </a:ext>
            </a:extLst>
          </p:cNvPr>
          <p:cNvCxnSpPr>
            <a:cxnSpLocks/>
          </p:cNvCxnSpPr>
          <p:nvPr/>
        </p:nvCxnSpPr>
        <p:spPr>
          <a:xfrm flipH="1">
            <a:off x="0" y="7405192"/>
            <a:ext cx="24384000" cy="0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TextBox 6">
            <a:extLst>
              <a:ext uri="{FF2B5EF4-FFF2-40B4-BE49-F238E27FC236}">
                <a16:creationId xmlns:a16="http://schemas.microsoft.com/office/drawing/2014/main" id="{66914BC2-8708-88BC-7170-752968F229B8}"/>
              </a:ext>
            </a:extLst>
          </p:cNvPr>
          <p:cNvSpPr txBox="1"/>
          <p:nvPr/>
        </p:nvSpPr>
        <p:spPr>
          <a:xfrm>
            <a:off x="6350000" y="5248602"/>
            <a:ext cx="14757400" cy="12311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4000" dirty="0">
                <a:latin typeface="Beeline Sans" panose="020B0500040202020204" pitchFamily="34" charset="0"/>
              </a:rPr>
              <a:t>Lorem ipsum dolor sit </a:t>
            </a:r>
            <a:r>
              <a:rPr lang="en" sz="4000" dirty="0" err="1">
                <a:latin typeface="Beeline Sans" panose="020B0500040202020204" pitchFamily="34" charset="0"/>
              </a:rPr>
              <a:t>amet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consectetur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adipiscing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elit</a:t>
            </a:r>
            <a:r>
              <a:rPr lang="en" sz="4000" dirty="0">
                <a:latin typeface="Beeline Sans" panose="020B0500040202020204" pitchFamily="34" charset="0"/>
              </a:rPr>
              <a:t>, sed do </a:t>
            </a:r>
            <a:r>
              <a:rPr lang="en" sz="4000" dirty="0" err="1">
                <a:latin typeface="Beeline Sans" panose="020B0500040202020204" pitchFamily="34" charset="0"/>
              </a:rPr>
              <a:t>eiusmod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tempor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incididunt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labore et dolore magna </a:t>
            </a:r>
            <a:r>
              <a:rPr lang="en" sz="4000" dirty="0" err="1">
                <a:latin typeface="Beeline Sans" panose="020B0500040202020204" pitchFamily="34" charset="0"/>
              </a:rPr>
              <a:t>aliqua</a:t>
            </a:r>
            <a:r>
              <a:rPr lang="en" sz="4000" dirty="0">
                <a:latin typeface="Beeline Sans" panose="020B0500040202020204" pitchFamily="34" charset="0"/>
              </a:rPr>
              <a:t>. Ut </a:t>
            </a:r>
            <a:r>
              <a:rPr lang="en" sz="4000" dirty="0" err="1">
                <a:latin typeface="Beeline Sans" panose="020B0500040202020204" pitchFamily="34" charset="0"/>
              </a:rPr>
              <a:t>enim</a:t>
            </a:r>
            <a:r>
              <a:rPr lang="en" sz="4000" dirty="0">
                <a:latin typeface="Beeline Sans" panose="020B0500040202020204" pitchFamily="34" charset="0"/>
              </a:rPr>
              <a:t> ad minim </a:t>
            </a:r>
            <a:r>
              <a:rPr lang="en" sz="4000" dirty="0" err="1">
                <a:latin typeface="Beeline Sans" panose="020B0500040202020204" pitchFamily="34" charset="0"/>
              </a:rPr>
              <a:t>veniam</a:t>
            </a:r>
            <a:r>
              <a:rPr lang="en" sz="4000" dirty="0">
                <a:latin typeface="Beeline Sans" panose="020B0500040202020204" pitchFamily="34" charset="0"/>
              </a:rPr>
              <a:t>, </a:t>
            </a:r>
            <a:r>
              <a:rPr lang="en" sz="4000" dirty="0" err="1">
                <a:latin typeface="Beeline Sans" panose="020B0500040202020204" pitchFamily="34" charset="0"/>
              </a:rPr>
              <a:t>quis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nostrud</a:t>
            </a:r>
            <a:r>
              <a:rPr lang="en" sz="4000" dirty="0">
                <a:latin typeface="Beeline Sans" panose="020B0500040202020204" pitchFamily="34" charset="0"/>
              </a:rPr>
              <a:t> exercitation </a:t>
            </a:r>
            <a:r>
              <a:rPr lang="en" sz="4000" dirty="0" err="1">
                <a:latin typeface="Beeline Sans" panose="020B0500040202020204" pitchFamily="34" charset="0"/>
              </a:rPr>
              <a:t>ullamco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laboris</a:t>
            </a:r>
            <a:r>
              <a:rPr lang="en" sz="4000" dirty="0">
                <a:latin typeface="Beeline Sans" panose="020B0500040202020204" pitchFamily="34" charset="0"/>
              </a:rPr>
              <a:t> nisi </a:t>
            </a:r>
            <a:r>
              <a:rPr lang="en" sz="4000" dirty="0" err="1">
                <a:latin typeface="Beeline Sans" panose="020B0500040202020204" pitchFamily="34" charset="0"/>
              </a:rPr>
              <a:t>ut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aliquip</a:t>
            </a:r>
            <a:r>
              <a:rPr lang="en" sz="4000" dirty="0">
                <a:latin typeface="Beeline Sans" panose="020B0500040202020204" pitchFamily="34" charset="0"/>
              </a:rPr>
              <a:t> ex </a:t>
            </a:r>
            <a:r>
              <a:rPr lang="en" sz="4000" dirty="0" err="1">
                <a:latin typeface="Beeline Sans" panose="020B0500040202020204" pitchFamily="34" charset="0"/>
              </a:rPr>
              <a:t>ea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commodo</a:t>
            </a:r>
            <a:r>
              <a:rPr lang="en" sz="4000" dirty="0">
                <a:latin typeface="Beeline Sans" panose="020B0500040202020204" pitchFamily="34" charset="0"/>
              </a:rPr>
              <a:t> </a:t>
            </a:r>
            <a:r>
              <a:rPr lang="en" sz="4000" dirty="0" err="1">
                <a:latin typeface="Beeline Sans" panose="020B0500040202020204" pitchFamily="34" charset="0"/>
              </a:rPr>
              <a:t>consequat</a:t>
            </a:r>
            <a:r>
              <a:rPr lang="en" sz="4000" dirty="0">
                <a:latin typeface="Beeline Sans" panose="020B0500040202020204" pitchFamily="34" charset="0"/>
              </a:rPr>
              <a:t>.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AC48496-08F4-2537-A934-6D293A8AECB6}"/>
              </a:ext>
            </a:extLst>
          </p:cNvPr>
          <p:cNvCxnSpPr>
            <a:cxnSpLocks/>
          </p:cNvCxnSpPr>
          <p:nvPr/>
        </p:nvCxnSpPr>
        <p:spPr>
          <a:xfrm flipH="1">
            <a:off x="22523218" y="10376992"/>
            <a:ext cx="1860782" cy="0"/>
          </a:xfrm>
          <a:prstGeom prst="line">
            <a:avLst/>
          </a:prstGeom>
          <a:noFill/>
          <a:ln w="25400" cap="flat">
            <a:solidFill>
              <a:schemeClr val="bg1">
                <a:lumMod val="95000"/>
              </a:schemeClr>
            </a:solidFill>
            <a:prstDash val="dash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EFCCD5D3-0428-1AAD-F641-64DF924D9ACE}"/>
              </a:ext>
            </a:extLst>
          </p:cNvPr>
          <p:cNvSpPr txBox="1"/>
          <p:nvPr/>
        </p:nvSpPr>
        <p:spPr>
          <a:xfrm>
            <a:off x="607743" y="5248602"/>
            <a:ext cx="383725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000" dirty="0"/>
              <a:t>подзаголовок</a:t>
            </a:r>
          </a:p>
        </p:txBody>
      </p:sp>
      <p:sp>
        <p:nvSpPr>
          <p:cNvPr id="29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55292F9B-2D30-37B5-2A72-297597A704BB}"/>
              </a:ext>
            </a:extLst>
          </p:cNvPr>
          <p:cNvSpPr txBox="1"/>
          <p:nvPr/>
        </p:nvSpPr>
        <p:spPr>
          <a:xfrm>
            <a:off x="607743" y="8111898"/>
            <a:ext cx="383725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000" dirty="0"/>
              <a:t>подзаголовок</a:t>
            </a:r>
          </a:p>
        </p:txBody>
      </p:sp>
      <p:sp>
        <p:nvSpPr>
          <p:cNvPr id="31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01700FE-B421-1E98-8197-19030ADF2245}"/>
              </a:ext>
            </a:extLst>
          </p:cNvPr>
          <p:cNvSpPr txBox="1"/>
          <p:nvPr/>
        </p:nvSpPr>
        <p:spPr>
          <a:xfrm>
            <a:off x="607743" y="10975194"/>
            <a:ext cx="3837257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sz="4000" dirty="0"/>
              <a:t>подзаголовок</a:t>
            </a:r>
          </a:p>
        </p:txBody>
      </p: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0154C877-FE37-FA5A-C270-54E3D28E6387}"/>
              </a:ext>
            </a:extLst>
          </p:cNvPr>
          <p:cNvCxnSpPr>
            <a:cxnSpLocks/>
          </p:cNvCxnSpPr>
          <p:nvPr/>
        </p:nvCxnSpPr>
        <p:spPr>
          <a:xfrm flipH="1">
            <a:off x="0" y="10224592"/>
            <a:ext cx="24384000" cy="0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06129517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C3E2-C3EF-8F5F-752A-EB98B6123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FB53A0-60DC-F236-7EFF-8DA1D5F0B0EB}"/>
              </a:ext>
            </a:extLst>
          </p:cNvPr>
          <p:cNvSpPr/>
          <p:nvPr/>
        </p:nvSpPr>
        <p:spPr>
          <a:xfrm>
            <a:off x="11932244" y="0"/>
            <a:ext cx="12451755" cy="13716000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41B07CE8-8604-D4D6-8A52-E508C753435C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1081018B-0CDB-AEAF-4E9E-62632BD8D07B}"/>
              </a:ext>
            </a:extLst>
          </p:cNvPr>
          <p:cNvSpPr txBox="1"/>
          <p:nvPr/>
        </p:nvSpPr>
        <p:spPr>
          <a:xfrm>
            <a:off x="648002" y="4837940"/>
            <a:ext cx="96389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1612E954-C8F1-4B70-0874-8E997E44F051}"/>
              </a:ext>
            </a:extLst>
          </p:cNvPr>
          <p:cNvSpPr txBox="1"/>
          <p:nvPr/>
        </p:nvSpPr>
        <p:spPr>
          <a:xfrm>
            <a:off x="648000" y="2063023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6C15D1A9-CF29-F9F5-77E0-997DE241EFFC}"/>
              </a:ext>
            </a:extLst>
          </p:cNvPr>
          <p:cNvSpPr txBox="1"/>
          <p:nvPr/>
        </p:nvSpPr>
        <p:spPr>
          <a:xfrm>
            <a:off x="13703602" y="2063023"/>
            <a:ext cx="9638998" cy="2051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Duis </a:t>
            </a:r>
            <a:r>
              <a:rPr lang="en" sz="5000" dirty="0" err="1">
                <a:latin typeface="Beeline Sans" panose="020B0500040202020204" pitchFamily="34" charset="0"/>
              </a:rPr>
              <a:t>aute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irure</a:t>
            </a:r>
            <a:r>
              <a:rPr lang="en" sz="5000" dirty="0">
                <a:latin typeface="Beeline Sans" panose="020B0500040202020204" pitchFamily="34" charset="0"/>
              </a:rPr>
              <a:t> dolor in </a:t>
            </a:r>
            <a:r>
              <a:rPr lang="en" sz="5000" dirty="0" err="1">
                <a:latin typeface="Beeline Sans" panose="020B0500040202020204" pitchFamily="34" charset="0"/>
              </a:rPr>
              <a:t>reprehenderit</a:t>
            </a:r>
            <a:r>
              <a:rPr lang="en" sz="5000" dirty="0">
                <a:latin typeface="Beeline Sans" panose="020B0500040202020204" pitchFamily="34" charset="0"/>
              </a:rPr>
              <a:t> in </a:t>
            </a:r>
            <a:r>
              <a:rPr lang="en" sz="5000" dirty="0" err="1">
                <a:latin typeface="Beeline Sans" panose="020B0500040202020204" pitchFamily="34" charset="0"/>
              </a:rPr>
              <a:t>voluptate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velit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esse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cillum</a:t>
            </a:r>
            <a:r>
              <a:rPr lang="en" sz="5000" dirty="0">
                <a:latin typeface="Beeline Sans" panose="020B0500040202020204" pitchFamily="34" charset="0"/>
              </a:rPr>
              <a:t> dolore </a:t>
            </a:r>
            <a:r>
              <a:rPr lang="en" sz="5000" dirty="0" err="1">
                <a:latin typeface="Beeline Sans" panose="020B0500040202020204" pitchFamily="34" charset="0"/>
              </a:rPr>
              <a:t>eu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fugiat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nulla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pariatur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  <a:r>
              <a:rPr lang="en" sz="5000" dirty="0" err="1">
                <a:latin typeface="Beeline Sans" panose="020B0500040202020204" pitchFamily="34" charset="0"/>
              </a:rPr>
              <a:t>Excepteur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sint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occaecat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cupidatat</a:t>
            </a:r>
            <a:r>
              <a:rPr lang="en" sz="5000" dirty="0">
                <a:latin typeface="Beeline Sans" panose="020B0500040202020204" pitchFamily="34" charset="0"/>
              </a:rPr>
              <a:t> non </a:t>
            </a:r>
            <a:r>
              <a:rPr lang="en" sz="5000" dirty="0" err="1">
                <a:latin typeface="Beeline Sans" panose="020B0500040202020204" pitchFamily="34" charset="0"/>
              </a:rPr>
              <a:t>proident</a:t>
            </a:r>
            <a:r>
              <a:rPr lang="en" sz="5000" dirty="0">
                <a:latin typeface="Beeline Sans" panose="020B0500040202020204" pitchFamily="34" charset="0"/>
              </a:rPr>
              <a:t>, sunt in culpa qui </a:t>
            </a:r>
            <a:r>
              <a:rPr lang="en" sz="5000" dirty="0" err="1">
                <a:latin typeface="Beeline Sans" panose="020B0500040202020204" pitchFamily="34" charset="0"/>
              </a:rPr>
              <a:t>officia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deserunt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mollit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anim</a:t>
            </a:r>
            <a:r>
              <a:rPr lang="en" sz="5000" dirty="0">
                <a:latin typeface="Beeline Sans" panose="020B0500040202020204" pitchFamily="34" charset="0"/>
              </a:rPr>
              <a:t> id </a:t>
            </a:r>
            <a:r>
              <a:rPr lang="en" sz="5000" dirty="0" err="1">
                <a:latin typeface="Beeline Sans" panose="020B0500040202020204" pitchFamily="34" charset="0"/>
              </a:rPr>
              <a:t>est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laborum</a:t>
            </a:r>
            <a:r>
              <a:rPr lang="en" sz="5000" dirty="0">
                <a:latin typeface="Beeline Sans" panose="020B0500040202020204" pitchFamily="34" charset="0"/>
              </a:rPr>
              <a:t>.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00D266B-B229-2963-60B7-D811BBDBEBF8}"/>
              </a:ext>
            </a:extLst>
          </p:cNvPr>
          <p:cNvSpPr txBox="1"/>
          <p:nvPr/>
        </p:nvSpPr>
        <p:spPr>
          <a:xfrm>
            <a:off x="10680399" y="6811839"/>
            <a:ext cx="8973726" cy="876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75000"/>
              </a:lnSpc>
              <a:defRPr sz="19900" spc="-15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l"/>
            <a:r>
              <a:rPr sz="75000" dirty="0">
                <a:solidFill>
                  <a:srgbClr val="141414"/>
                </a:solidFill>
              </a:rPr>
              <a:t>«</a:t>
            </a:r>
          </a:p>
        </p:txBody>
      </p:sp>
    </p:spTree>
    <p:extLst>
      <p:ext uri="{BB962C8B-B14F-4D97-AF65-F5344CB8AC3E}">
        <p14:creationId xmlns:p14="http://schemas.microsoft.com/office/powerpoint/2010/main" val="24257972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ED0B-2B72-5EB2-19DA-7BE45FD8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8967503-CCD2-0C9B-90DD-58A5EA7DA012}"/>
              </a:ext>
            </a:extLst>
          </p:cNvPr>
          <p:cNvSpPr/>
          <p:nvPr/>
        </p:nvSpPr>
        <p:spPr>
          <a:xfrm>
            <a:off x="0" y="-1"/>
            <a:ext cx="24384000" cy="4676601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65647D9E-5C69-4EC8-87BA-CC772B22A103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DA5D382D-4A41-D6F6-39E8-E9C3DC9DC00A}"/>
              </a:ext>
            </a:extLst>
          </p:cNvPr>
          <p:cNvSpPr txBox="1"/>
          <p:nvPr/>
        </p:nvSpPr>
        <p:spPr>
          <a:xfrm>
            <a:off x="648002" y="8044908"/>
            <a:ext cx="16852598" cy="3847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  <a:endParaRPr lang="ru-RU" sz="5000" dirty="0">
              <a:latin typeface="Beeline Sans" panose="020B0500040202020204" pitchFamily="34" charset="0"/>
            </a:endParaRPr>
          </a:p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  <a:p>
            <a:pPr algn="l"/>
            <a:endParaRPr lang="en" sz="5000" dirty="0">
              <a:latin typeface="Beeline Sans" panose="020B0500040202020204" pitchFamily="34" charset="0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47C76F42-0C24-9E20-C8C6-9C0A3A077FF5}"/>
              </a:ext>
            </a:extLst>
          </p:cNvPr>
          <p:cNvSpPr txBox="1"/>
          <p:nvPr/>
        </p:nvSpPr>
        <p:spPr>
          <a:xfrm>
            <a:off x="648000" y="3096039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3BC93B5-12AF-00EE-9424-2CB62FC36B43}"/>
              </a:ext>
            </a:extLst>
          </p:cNvPr>
          <p:cNvSpPr txBox="1"/>
          <p:nvPr/>
        </p:nvSpPr>
        <p:spPr>
          <a:xfrm>
            <a:off x="14122402" y="1548018"/>
            <a:ext cx="8973726" cy="467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75000"/>
              </a:lnSpc>
              <a:defRPr sz="19900" spc="-15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r"/>
            <a:r>
              <a:rPr lang="ru-RU" sz="40000" dirty="0">
                <a:solidFill>
                  <a:schemeClr val="bg1"/>
                </a:solidFill>
              </a:rPr>
              <a:t>1</a:t>
            </a:r>
            <a:endParaRPr sz="40000" dirty="0">
              <a:solidFill>
                <a:schemeClr val="bg1"/>
              </a:solidFill>
            </a:endParaRPr>
          </a:p>
        </p:txBody>
      </p:sp>
      <p:sp>
        <p:nvSpPr>
          <p:cNvPr id="6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C1FC4E21-6398-6830-2F05-7AA71B7B0E9B}"/>
              </a:ext>
            </a:extLst>
          </p:cNvPr>
          <p:cNvSpPr txBox="1"/>
          <p:nvPr/>
        </p:nvSpPr>
        <p:spPr>
          <a:xfrm>
            <a:off x="607742" y="4941647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26918317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4533B-0141-25B6-56DB-09EBE3FB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57FB1E-62F0-3502-A6E2-6E39FC958300}"/>
              </a:ext>
            </a:extLst>
          </p:cNvPr>
          <p:cNvSpPr/>
          <p:nvPr/>
        </p:nvSpPr>
        <p:spPr>
          <a:xfrm>
            <a:off x="0" y="-1"/>
            <a:ext cx="24384000" cy="4676601"/>
          </a:xfrm>
          <a:prstGeom prst="rect">
            <a:avLst/>
          </a:prstGeom>
          <a:solidFill>
            <a:srgbClr val="FFC800"/>
          </a:solidFill>
          <a:ln w="1905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"/>
            </a:endParaRPr>
          </a:p>
        </p:txBody>
      </p:sp>
      <p:sp>
        <p:nvSpPr>
          <p:cNvPr id="188" name="TextBox 1">
            <a:extLst>
              <a:ext uri="{FF2B5EF4-FFF2-40B4-BE49-F238E27FC236}">
                <a16:creationId xmlns:a16="http://schemas.microsoft.com/office/drawing/2014/main" id="{CC863725-2978-2DEC-1C4B-85670D8F41AE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FEBD6B65-D9B2-1874-70F1-1A545225620C}"/>
              </a:ext>
            </a:extLst>
          </p:cNvPr>
          <p:cNvSpPr txBox="1"/>
          <p:nvPr/>
        </p:nvSpPr>
        <p:spPr>
          <a:xfrm>
            <a:off x="648002" y="8044908"/>
            <a:ext cx="16852598" cy="3847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  <a:endParaRPr lang="ru-RU" sz="5000" dirty="0">
              <a:latin typeface="Beeline Sans" panose="020B0500040202020204" pitchFamily="34" charset="0"/>
            </a:endParaRPr>
          </a:p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  <a:p>
            <a:pPr algn="l"/>
            <a:endParaRPr lang="en" sz="5000" dirty="0">
              <a:latin typeface="Beeline Sans" panose="020B0500040202020204" pitchFamily="34" charset="0"/>
            </a:endParaRP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50BC56F8-EBFF-777A-BF3C-C582BA08A4C5}"/>
              </a:ext>
            </a:extLst>
          </p:cNvPr>
          <p:cNvSpPr txBox="1"/>
          <p:nvPr/>
        </p:nvSpPr>
        <p:spPr>
          <a:xfrm>
            <a:off x="648000" y="3096039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C0E81D87-00CA-A8FD-DFB5-C26C8E663E8C}"/>
              </a:ext>
            </a:extLst>
          </p:cNvPr>
          <p:cNvSpPr txBox="1"/>
          <p:nvPr/>
        </p:nvSpPr>
        <p:spPr>
          <a:xfrm>
            <a:off x="14122402" y="1548018"/>
            <a:ext cx="8973726" cy="467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75000"/>
              </a:lnSpc>
              <a:defRPr sz="19900" spc="-150">
                <a:solidFill>
                  <a:srgbClr val="FFDF40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pPr algn="r"/>
            <a:r>
              <a:rPr lang="ru-RU" sz="40000" dirty="0">
                <a:solidFill>
                  <a:schemeClr val="bg1"/>
                </a:solidFill>
              </a:rPr>
              <a:t>2</a:t>
            </a:r>
            <a:endParaRPr sz="40000" dirty="0">
              <a:solidFill>
                <a:schemeClr val="bg1"/>
              </a:solidFill>
            </a:endParaRPr>
          </a:p>
        </p:txBody>
      </p:sp>
      <p:sp>
        <p:nvSpPr>
          <p:cNvPr id="6" name="объём TRPs по большинству брендов падает из-за уменьшения бонусов в 2024">
            <a:extLst>
              <a:ext uri="{FF2B5EF4-FFF2-40B4-BE49-F238E27FC236}">
                <a16:creationId xmlns:a16="http://schemas.microsoft.com/office/drawing/2014/main" id="{A63B2F3A-09D6-1E87-9EBD-8983FA9568E2}"/>
              </a:ext>
            </a:extLst>
          </p:cNvPr>
          <p:cNvSpPr txBox="1"/>
          <p:nvPr/>
        </p:nvSpPr>
        <p:spPr>
          <a:xfrm>
            <a:off x="607742" y="4941647"/>
            <a:ext cx="16673285" cy="933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b="0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5028098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123E-E889-29E4-9297-02E4E725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>
            <a:extLst>
              <a:ext uri="{FF2B5EF4-FFF2-40B4-BE49-F238E27FC236}">
                <a16:creationId xmlns:a16="http://schemas.microsoft.com/office/drawing/2014/main" id="{03C8D509-5EA2-1247-2028-DB97300C1D29}"/>
              </a:ext>
            </a:extLst>
          </p:cNvPr>
          <p:cNvSpPr txBox="1"/>
          <p:nvPr/>
        </p:nvSpPr>
        <p:spPr>
          <a:xfrm>
            <a:off x="648000" y="684001"/>
            <a:ext cx="793667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algn="l" defTabSz="1828336">
              <a:defRPr sz="1200">
                <a:latin typeface="Verdana"/>
                <a:ea typeface="Verdana"/>
                <a:cs typeface="Verdana"/>
                <a:sym typeface="Verdana"/>
              </a:defRPr>
            </a:pPr>
            <a:r>
              <a:rPr lang="en" sz="1200" dirty="0"/>
              <a:t>*Lorem ipsum dolor sit </a:t>
            </a:r>
            <a:r>
              <a:rPr lang="en" sz="1200" dirty="0" err="1"/>
              <a:t>amet</a:t>
            </a:r>
            <a:r>
              <a:rPr lang="en" sz="1200" dirty="0"/>
              <a:t>, </a:t>
            </a:r>
            <a:r>
              <a:rPr lang="en" sz="1200" dirty="0" err="1"/>
              <a:t>consectetur</a:t>
            </a:r>
            <a:r>
              <a:rPr lang="en" sz="1200" dirty="0"/>
              <a:t> </a:t>
            </a:r>
            <a:r>
              <a:rPr lang="en" sz="1200" dirty="0" err="1"/>
              <a:t>adipiscing</a:t>
            </a:r>
            <a:r>
              <a:rPr lang="en" sz="1200" dirty="0"/>
              <a:t> </a:t>
            </a:r>
            <a:r>
              <a:rPr lang="en" sz="1200" dirty="0" err="1"/>
              <a:t>elit</a:t>
            </a:r>
            <a:r>
              <a:rPr lang="en" sz="1200" dirty="0"/>
              <a:t>, </a:t>
            </a:r>
            <a:endParaRPr lang="ru-RU" sz="12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EFB63E9E-68C7-6BBE-5B70-CE284A0A67AE}"/>
              </a:ext>
            </a:extLst>
          </p:cNvPr>
          <p:cNvSpPr txBox="1"/>
          <p:nvPr/>
        </p:nvSpPr>
        <p:spPr>
          <a:xfrm>
            <a:off x="648002" y="5129244"/>
            <a:ext cx="9638998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defRPr sz="2100" spc="0" baseline="4761">
                <a:solidFill>
                  <a:srgbClr val="000000"/>
                </a:solidFill>
              </a:defRPr>
            </a:lvl1pPr>
          </a:lstStyle>
          <a:p>
            <a:pPr algn="l"/>
            <a:r>
              <a:rPr lang="en" sz="5000" dirty="0">
                <a:latin typeface="Beeline Sans" panose="020B0500040202020204" pitchFamily="34" charset="0"/>
              </a:rPr>
              <a:t>Lorem ipsum dolor sit </a:t>
            </a:r>
            <a:r>
              <a:rPr lang="en" sz="5000" dirty="0" err="1">
                <a:latin typeface="Beeline Sans" panose="020B0500040202020204" pitchFamily="34" charset="0"/>
              </a:rPr>
              <a:t>amet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consectetur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adipiscing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elit</a:t>
            </a:r>
            <a:r>
              <a:rPr lang="en" sz="5000" dirty="0">
                <a:latin typeface="Beeline Sans" panose="020B0500040202020204" pitchFamily="34" charset="0"/>
              </a:rPr>
              <a:t>, sed do </a:t>
            </a:r>
            <a:r>
              <a:rPr lang="en" sz="5000" dirty="0" err="1">
                <a:latin typeface="Beeline Sans" panose="020B0500040202020204" pitchFamily="34" charset="0"/>
              </a:rPr>
              <a:t>eiusmod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tempor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incididunt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labore et dolore magna </a:t>
            </a:r>
            <a:r>
              <a:rPr lang="en" sz="5000" dirty="0" err="1">
                <a:latin typeface="Beeline Sans" panose="020B0500040202020204" pitchFamily="34" charset="0"/>
              </a:rPr>
              <a:t>aliqua</a:t>
            </a:r>
            <a:r>
              <a:rPr lang="en" sz="5000" dirty="0">
                <a:latin typeface="Beeline Sans" panose="020B0500040202020204" pitchFamily="34" charset="0"/>
              </a:rPr>
              <a:t>. Ut </a:t>
            </a:r>
            <a:r>
              <a:rPr lang="en" sz="5000" dirty="0" err="1">
                <a:latin typeface="Beeline Sans" panose="020B0500040202020204" pitchFamily="34" charset="0"/>
              </a:rPr>
              <a:t>enim</a:t>
            </a:r>
            <a:r>
              <a:rPr lang="en" sz="5000" dirty="0">
                <a:latin typeface="Beeline Sans" panose="020B0500040202020204" pitchFamily="34" charset="0"/>
              </a:rPr>
              <a:t> ad minim </a:t>
            </a:r>
            <a:r>
              <a:rPr lang="en" sz="5000" dirty="0" err="1">
                <a:latin typeface="Beeline Sans" panose="020B0500040202020204" pitchFamily="34" charset="0"/>
              </a:rPr>
              <a:t>veniam</a:t>
            </a:r>
            <a:r>
              <a:rPr lang="en" sz="5000" dirty="0">
                <a:latin typeface="Beeline Sans" panose="020B0500040202020204" pitchFamily="34" charset="0"/>
              </a:rPr>
              <a:t>, </a:t>
            </a:r>
            <a:r>
              <a:rPr lang="en" sz="5000" dirty="0" err="1">
                <a:latin typeface="Beeline Sans" panose="020B0500040202020204" pitchFamily="34" charset="0"/>
              </a:rPr>
              <a:t>quis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nostrud</a:t>
            </a:r>
            <a:r>
              <a:rPr lang="en" sz="5000" dirty="0">
                <a:latin typeface="Beeline Sans" panose="020B0500040202020204" pitchFamily="34" charset="0"/>
              </a:rPr>
              <a:t> exercitation </a:t>
            </a:r>
            <a:r>
              <a:rPr lang="en" sz="5000" dirty="0" err="1">
                <a:latin typeface="Beeline Sans" panose="020B0500040202020204" pitchFamily="34" charset="0"/>
              </a:rPr>
              <a:t>ullamco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laboris</a:t>
            </a:r>
            <a:r>
              <a:rPr lang="en" sz="5000" dirty="0">
                <a:latin typeface="Beeline Sans" panose="020B0500040202020204" pitchFamily="34" charset="0"/>
              </a:rPr>
              <a:t> nisi </a:t>
            </a:r>
            <a:r>
              <a:rPr lang="en" sz="5000" dirty="0" err="1">
                <a:latin typeface="Beeline Sans" panose="020B0500040202020204" pitchFamily="34" charset="0"/>
              </a:rPr>
              <a:t>ut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aliquip</a:t>
            </a:r>
            <a:r>
              <a:rPr lang="en" sz="5000" dirty="0">
                <a:latin typeface="Beeline Sans" panose="020B0500040202020204" pitchFamily="34" charset="0"/>
              </a:rPr>
              <a:t> ex </a:t>
            </a:r>
            <a:r>
              <a:rPr lang="en" sz="5000" dirty="0" err="1">
                <a:latin typeface="Beeline Sans" panose="020B0500040202020204" pitchFamily="34" charset="0"/>
              </a:rPr>
              <a:t>ea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commodo</a:t>
            </a:r>
            <a:r>
              <a:rPr lang="en" sz="5000" dirty="0">
                <a:latin typeface="Beeline Sans" panose="020B0500040202020204" pitchFamily="34" charset="0"/>
              </a:rPr>
              <a:t> </a:t>
            </a:r>
            <a:r>
              <a:rPr lang="en" sz="5000" dirty="0" err="1">
                <a:latin typeface="Beeline Sans" panose="020B0500040202020204" pitchFamily="34" charset="0"/>
              </a:rPr>
              <a:t>consequat</a:t>
            </a:r>
            <a:r>
              <a:rPr lang="en" sz="5000" dirty="0">
                <a:latin typeface="Beeline Sans" panose="020B0500040202020204" pitchFamily="34" charset="0"/>
              </a:rPr>
              <a:t>. </a:t>
            </a:r>
          </a:p>
        </p:txBody>
      </p:sp>
      <p:sp>
        <p:nvSpPr>
          <p:cNvPr id="23" name="TextBox 6">
            <a:extLst>
              <a:ext uri="{FF2B5EF4-FFF2-40B4-BE49-F238E27FC236}">
                <a16:creationId xmlns:a16="http://schemas.microsoft.com/office/drawing/2014/main" id="{8442910B-9D0D-BDC2-778D-0FAD1D5561F8}"/>
              </a:ext>
            </a:extLst>
          </p:cNvPr>
          <p:cNvSpPr txBox="1"/>
          <p:nvPr/>
        </p:nvSpPr>
        <p:spPr>
          <a:xfrm>
            <a:off x="648000" y="2063023"/>
            <a:ext cx="9156400" cy="158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65000"/>
              </a:lnSpc>
              <a:defRPr sz="8800" b="1" spc="-150">
                <a:solidFill>
                  <a:srgbClr val="FFFFFF"/>
                </a:solidFill>
                <a:latin typeface="Beeline Sans Black"/>
                <a:ea typeface="Beeline Sans Black"/>
                <a:cs typeface="Beeline Sans Black"/>
                <a:sym typeface="Beeline Sans Black"/>
              </a:defRPr>
            </a:pPr>
            <a:r>
              <a:rPr lang="ru-RU" sz="15000" dirty="0">
                <a:solidFill>
                  <a:srgbClr val="141414"/>
                </a:solidFill>
              </a:rPr>
              <a:t>заголовок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9B463A5-3CC4-34B1-6FE9-46B8DD5C7A5F}"/>
              </a:ext>
            </a:extLst>
          </p:cNvPr>
          <p:cNvGrpSpPr/>
          <p:nvPr/>
        </p:nvGrpSpPr>
        <p:grpSpPr>
          <a:xfrm>
            <a:off x="13233401" y="4937094"/>
            <a:ext cx="9499600" cy="7645962"/>
            <a:chOff x="349399" y="2251485"/>
            <a:chExt cx="4477452" cy="3603776"/>
          </a:xfrm>
        </p:grpSpPr>
        <p:pic>
          <p:nvPicPr>
            <p:cNvPr id="6" name="Рисунок 48" descr="Рисунок 48">
              <a:extLst>
                <a:ext uri="{FF2B5EF4-FFF2-40B4-BE49-F238E27FC236}">
                  <a16:creationId xmlns:a16="http://schemas.microsoft.com/office/drawing/2014/main" id="{583F1A72-BE56-5EE7-ED2B-881915FA6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4897" y="2994587"/>
              <a:ext cx="500400" cy="5004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Рисунок 47" descr="Рисунок 47">
              <a:extLst>
                <a:ext uri="{FF2B5EF4-FFF2-40B4-BE49-F238E27FC236}">
                  <a16:creationId xmlns:a16="http://schemas.microsoft.com/office/drawing/2014/main" id="{06713BFF-5517-3017-B765-B9EBEE9DB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4508" y="2253182"/>
              <a:ext cx="500400" cy="50040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B657929B-33A5-BF26-83C6-ED54C714B3E1}"/>
                </a:ext>
              </a:extLst>
            </p:cNvPr>
            <p:cNvSpPr txBox="1"/>
            <p:nvPr/>
          </p:nvSpPr>
          <p:spPr>
            <a:xfrm>
              <a:off x="349399" y="2342051"/>
              <a:ext cx="1451521" cy="194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5000"/>
                </a:lnSpc>
                <a:defRPr b="1">
                  <a:solidFill>
                    <a:srgbClr val="2A2A2A"/>
                  </a:solidFill>
                </a:defRPr>
              </a:lvl1pPr>
            </a:lstStyle>
            <a:p>
              <a:pPr algn="l"/>
              <a:r>
                <a:rPr lang="ru-RU" sz="3000" dirty="0">
                  <a:latin typeface="Beeline Sans" panose="020B0500040202020204" pitchFamily="34" charset="0"/>
                </a:rPr>
                <a:t>Заголовок</a:t>
              </a:r>
              <a:endParaRPr sz="3000" dirty="0">
                <a:latin typeface="Beeline Sans" panose="020B0500040202020204" pitchFamily="34" charset="0"/>
              </a:endParaRPr>
            </a:p>
          </p:txBody>
        </p:sp>
        <p:sp>
          <p:nvSpPr>
            <p:cNvPr id="9" name="TextBox 5">
              <a:extLst>
                <a:ext uri="{FF2B5EF4-FFF2-40B4-BE49-F238E27FC236}">
                  <a16:creationId xmlns:a16="http://schemas.microsoft.com/office/drawing/2014/main" id="{4D763BCB-518C-B25A-F9D6-7BBE817A6ACE}"/>
                </a:ext>
              </a:extLst>
            </p:cNvPr>
            <p:cNvSpPr txBox="1"/>
            <p:nvPr/>
          </p:nvSpPr>
          <p:spPr>
            <a:xfrm>
              <a:off x="349399" y="3116426"/>
              <a:ext cx="2027585" cy="194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5000"/>
                </a:lnSpc>
                <a:defRPr b="1">
                  <a:solidFill>
                    <a:srgbClr val="2A2A2A"/>
                  </a:solidFill>
                </a:defRPr>
              </a:lvl1pPr>
            </a:lstStyle>
            <a:p>
              <a:pPr algn="l"/>
              <a:r>
                <a:rPr lang="ru-RU" sz="3000" dirty="0">
                  <a:latin typeface="Beeline Sans" panose="020B0500040202020204" pitchFamily="34" charset="0"/>
                </a:rPr>
                <a:t>Заголовок</a:t>
              </a: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BC765415-7778-5027-28A5-1F4C44399DF1}"/>
                </a:ext>
              </a:extLst>
            </p:cNvPr>
            <p:cNvSpPr txBox="1"/>
            <p:nvPr/>
          </p:nvSpPr>
          <p:spPr>
            <a:xfrm>
              <a:off x="349399" y="3919842"/>
              <a:ext cx="2027585" cy="194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5000"/>
                </a:lnSpc>
                <a:defRPr b="1">
                  <a:solidFill>
                    <a:srgbClr val="2A2A2A"/>
                  </a:solidFill>
                </a:defRPr>
              </a:lvl1pPr>
            </a:lstStyle>
            <a:p>
              <a:pPr algn="l"/>
              <a:r>
                <a:rPr lang="ru-RU" sz="3000" dirty="0">
                  <a:latin typeface="Beeline Sans" panose="020B0500040202020204" pitchFamily="34" charset="0"/>
                </a:rPr>
                <a:t>Заголовок</a:t>
              </a:r>
            </a:p>
          </p:txBody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329C377A-7283-D2B1-364A-A91D60B4CADB}"/>
                </a:ext>
              </a:extLst>
            </p:cNvPr>
            <p:cNvSpPr txBox="1"/>
            <p:nvPr/>
          </p:nvSpPr>
          <p:spPr>
            <a:xfrm>
              <a:off x="349399" y="4708738"/>
              <a:ext cx="2027585" cy="194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5000"/>
                </a:lnSpc>
                <a:defRPr b="1">
                  <a:solidFill>
                    <a:srgbClr val="2A2A2A"/>
                  </a:solidFill>
                </a:defRPr>
              </a:lvl1pPr>
            </a:lstStyle>
            <a:p>
              <a:pPr algn="l"/>
              <a:r>
                <a:rPr lang="ru-RU" sz="3000" dirty="0">
                  <a:latin typeface="Beeline Sans" panose="020B0500040202020204" pitchFamily="34" charset="0"/>
                </a:rPr>
                <a:t>Заголовок</a:t>
              </a:r>
            </a:p>
          </p:txBody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3538CC9E-A75D-1D34-0BF7-885DC756E914}"/>
                </a:ext>
              </a:extLst>
            </p:cNvPr>
            <p:cNvSpPr txBox="1"/>
            <p:nvPr/>
          </p:nvSpPr>
          <p:spPr>
            <a:xfrm>
              <a:off x="349399" y="5498257"/>
              <a:ext cx="2027585" cy="194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5000"/>
                </a:lnSpc>
                <a:defRPr b="1">
                  <a:solidFill>
                    <a:srgbClr val="2A2A2A"/>
                  </a:solidFill>
                </a:defRPr>
              </a:lvl1pPr>
            </a:lstStyle>
            <a:p>
              <a:pPr algn="l"/>
              <a:r>
                <a:rPr lang="ru-RU" sz="3000" dirty="0">
                  <a:latin typeface="Beeline Sans" panose="020B0500040202020204" pitchFamily="34" charset="0"/>
                </a:rPr>
                <a:t>Заголовок</a:t>
              </a:r>
            </a:p>
          </p:txBody>
        </p:sp>
        <p:pic>
          <p:nvPicPr>
            <p:cNvPr id="13" name="Рисунок 22" descr="Рисунок 22">
              <a:extLst>
                <a:ext uri="{FF2B5EF4-FFF2-40B4-BE49-F238E27FC236}">
                  <a16:creationId xmlns:a16="http://schemas.microsoft.com/office/drawing/2014/main" id="{144D12C8-5937-68F4-A728-A01D42A7E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3144" y="2251485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5" name="Рисунок 23" descr="Рисунок 23">
              <a:extLst>
                <a:ext uri="{FF2B5EF4-FFF2-40B4-BE49-F238E27FC236}">
                  <a16:creationId xmlns:a16="http://schemas.microsoft.com/office/drawing/2014/main" id="{A4713A31-9FE7-E3C9-1EAF-807810CA7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3826" y="2251485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6" name="Рисунок 25" descr="Рисунок 25">
              <a:extLst>
                <a:ext uri="{FF2B5EF4-FFF2-40B4-BE49-F238E27FC236}">
                  <a16:creationId xmlns:a16="http://schemas.microsoft.com/office/drawing/2014/main" id="{473B0115-F44B-178A-63E7-4B55A542E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5190" y="2251485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7" name="Рисунок 26" descr="Рисунок 26">
              <a:extLst>
                <a:ext uri="{FF2B5EF4-FFF2-40B4-BE49-F238E27FC236}">
                  <a16:creationId xmlns:a16="http://schemas.microsoft.com/office/drawing/2014/main" id="{44D774B8-4065-7A8F-0C29-95CA93B5E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5871" y="2251485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8" name="Рисунок 27" descr="Рисунок 27">
              <a:extLst>
                <a:ext uri="{FF2B5EF4-FFF2-40B4-BE49-F238E27FC236}">
                  <a16:creationId xmlns:a16="http://schemas.microsoft.com/office/drawing/2014/main" id="{F1631642-43DF-F36C-FE11-D0233AB28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3144" y="2996951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9" name="Рисунок 28" descr="Рисунок 28">
              <a:extLst>
                <a:ext uri="{FF2B5EF4-FFF2-40B4-BE49-F238E27FC236}">
                  <a16:creationId xmlns:a16="http://schemas.microsoft.com/office/drawing/2014/main" id="{027226E8-E87B-2BC1-AA13-39985B8BC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3826" y="2996951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0" name="Рисунок 29" descr="Рисунок 29">
              <a:extLst>
                <a:ext uri="{FF2B5EF4-FFF2-40B4-BE49-F238E27FC236}">
                  <a16:creationId xmlns:a16="http://schemas.microsoft.com/office/drawing/2014/main" id="{79DB3C89-B094-D686-C17C-28DC7F6DE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4508" y="2996951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1" name="Рисунок 30" descr="Рисунок 30">
              <a:extLst>
                <a:ext uri="{FF2B5EF4-FFF2-40B4-BE49-F238E27FC236}">
                  <a16:creationId xmlns:a16="http://schemas.microsoft.com/office/drawing/2014/main" id="{E3CDFC43-88F4-31C5-A84F-8EB59E464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5190" y="2996951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" name="Рисунок 32" descr="Рисунок 32">
              <a:extLst>
                <a:ext uri="{FF2B5EF4-FFF2-40B4-BE49-F238E27FC236}">
                  <a16:creationId xmlns:a16="http://schemas.microsoft.com/office/drawing/2014/main" id="{E1707451-9D08-6CFA-7EEA-D3ADAFFCE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3144" y="3787676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4" name="Рисунок 33" descr="Рисунок 33">
              <a:extLst>
                <a:ext uri="{FF2B5EF4-FFF2-40B4-BE49-F238E27FC236}">
                  <a16:creationId xmlns:a16="http://schemas.microsoft.com/office/drawing/2014/main" id="{E3170969-18E6-4E26-436C-6725FA7B7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3826" y="3787676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5" name="Рисунок 34" descr="Рисунок 34">
              <a:extLst>
                <a:ext uri="{FF2B5EF4-FFF2-40B4-BE49-F238E27FC236}">
                  <a16:creationId xmlns:a16="http://schemas.microsoft.com/office/drawing/2014/main" id="{99530F39-42FE-BC14-7656-67C5C0B33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4508" y="3787676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6" name="Рисунок 35" descr="Рисунок 35">
              <a:extLst>
                <a:ext uri="{FF2B5EF4-FFF2-40B4-BE49-F238E27FC236}">
                  <a16:creationId xmlns:a16="http://schemas.microsoft.com/office/drawing/2014/main" id="{F40980DC-6A9B-D310-3ED9-443E22691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5190" y="3787676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7" name="Рисунок 37" descr="Рисунок 37">
              <a:extLst>
                <a:ext uri="{FF2B5EF4-FFF2-40B4-BE49-F238E27FC236}">
                  <a16:creationId xmlns:a16="http://schemas.microsoft.com/office/drawing/2014/main" id="{AC11882E-07B0-A98E-B4A1-9B29991CB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3144" y="4533143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8" name="Рисунок 38" descr="Рисунок 38">
              <a:extLst>
                <a:ext uri="{FF2B5EF4-FFF2-40B4-BE49-F238E27FC236}">
                  <a16:creationId xmlns:a16="http://schemas.microsoft.com/office/drawing/2014/main" id="{9F6E51FB-E413-4AA3-0625-5B5007FF0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3826" y="4533143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9" name="Рисунок 39" descr="Рисунок 39">
              <a:extLst>
                <a:ext uri="{FF2B5EF4-FFF2-40B4-BE49-F238E27FC236}">
                  <a16:creationId xmlns:a16="http://schemas.microsoft.com/office/drawing/2014/main" id="{6E1D5832-7D86-46EA-045D-4FD51AACC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4508" y="4533143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0" name="Рисунок 41" descr="Рисунок 41">
              <a:extLst>
                <a:ext uri="{FF2B5EF4-FFF2-40B4-BE49-F238E27FC236}">
                  <a16:creationId xmlns:a16="http://schemas.microsoft.com/office/drawing/2014/main" id="{7CA7AF36-15C6-5A28-BFF3-C7C05701F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5871" y="4533143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1" name="Рисунок 42" descr="Рисунок 42">
              <a:extLst>
                <a:ext uri="{FF2B5EF4-FFF2-40B4-BE49-F238E27FC236}">
                  <a16:creationId xmlns:a16="http://schemas.microsoft.com/office/drawing/2014/main" id="{B3506606-3A84-842B-82A8-CC7BF91D0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3144" y="5323868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2" name="Рисунок 43" descr="Рисунок 43">
              <a:extLst>
                <a:ext uri="{FF2B5EF4-FFF2-40B4-BE49-F238E27FC236}">
                  <a16:creationId xmlns:a16="http://schemas.microsoft.com/office/drawing/2014/main" id="{5303224C-3F82-A8B7-2A10-31813D83F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3826" y="5323868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3" name="Рисунок 44" descr="Рисунок 44">
              <a:extLst>
                <a:ext uri="{FF2B5EF4-FFF2-40B4-BE49-F238E27FC236}">
                  <a16:creationId xmlns:a16="http://schemas.microsoft.com/office/drawing/2014/main" id="{507C90AA-DDAE-3E54-9CE7-280508E08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4508" y="5323868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4" name="Рисунок 46" descr="Рисунок 46">
              <a:extLst>
                <a:ext uri="{FF2B5EF4-FFF2-40B4-BE49-F238E27FC236}">
                  <a16:creationId xmlns:a16="http://schemas.microsoft.com/office/drawing/2014/main" id="{C59FE11D-F338-4369-C80E-87D01485C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5871" y="5323868"/>
              <a:ext cx="502097" cy="50209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5" name="Рисунок 49" descr="Рисунок 49">
              <a:extLst>
                <a:ext uri="{FF2B5EF4-FFF2-40B4-BE49-F238E27FC236}">
                  <a16:creationId xmlns:a16="http://schemas.microsoft.com/office/drawing/2014/main" id="{B55F69A0-78E8-4A64-D306-820E1F6E1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14897" y="3785420"/>
              <a:ext cx="500400" cy="5004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6" name="Рисунок 50" descr="Рисунок 50">
              <a:extLst>
                <a:ext uri="{FF2B5EF4-FFF2-40B4-BE49-F238E27FC236}">
                  <a16:creationId xmlns:a16="http://schemas.microsoft.com/office/drawing/2014/main" id="{A0FAEBE1-762D-7B5C-B99F-5F207B2BD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8820" y="4535063"/>
              <a:ext cx="500400" cy="50040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7" name="Рисунок 51" descr="Рисунок 51">
              <a:extLst>
                <a:ext uri="{FF2B5EF4-FFF2-40B4-BE49-F238E27FC236}">
                  <a16:creationId xmlns:a16="http://schemas.microsoft.com/office/drawing/2014/main" id="{CBF0A95C-EAFE-2829-FAE8-73D249F5D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88820" y="5325895"/>
              <a:ext cx="500400" cy="50040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D210A723-80D8-B7EA-3E88-DB2683247A23}"/>
                </a:ext>
              </a:extLst>
            </p:cNvPr>
            <p:cNvSpPr/>
            <p:nvPr/>
          </p:nvSpPr>
          <p:spPr>
            <a:xfrm>
              <a:off x="3054508" y="2251485"/>
              <a:ext cx="523509" cy="523509"/>
            </a:xfrm>
            <a:prstGeom prst="ellipse">
              <a:avLst/>
            </a:prstGeom>
            <a:solidFill>
              <a:srgbClr val="FFC800"/>
            </a:solidFill>
            <a:ln w="1905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endParaRPr>
            </a:p>
          </p:txBody>
        </p:sp>
        <p:sp>
          <p:nvSpPr>
            <p:cNvPr id="39" name="Овал 38">
              <a:extLst>
                <a:ext uri="{FF2B5EF4-FFF2-40B4-BE49-F238E27FC236}">
                  <a16:creationId xmlns:a16="http://schemas.microsoft.com/office/drawing/2014/main" id="{772C955C-D898-D411-3FFE-A353ED1C7C90}"/>
                </a:ext>
              </a:extLst>
            </p:cNvPr>
            <p:cNvSpPr/>
            <p:nvPr/>
          </p:nvSpPr>
          <p:spPr>
            <a:xfrm>
              <a:off x="4294459" y="2993633"/>
              <a:ext cx="523509" cy="523509"/>
            </a:xfrm>
            <a:prstGeom prst="ellipse">
              <a:avLst/>
            </a:prstGeom>
            <a:solidFill>
              <a:srgbClr val="FFC800"/>
            </a:solidFill>
            <a:ln w="1905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endParaRPr>
            </a:p>
          </p:txBody>
        </p:sp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1D14C367-23E0-FEE5-FBD5-7D9442164D52}"/>
                </a:ext>
              </a:extLst>
            </p:cNvPr>
            <p:cNvSpPr/>
            <p:nvPr/>
          </p:nvSpPr>
          <p:spPr>
            <a:xfrm>
              <a:off x="4303342" y="3773865"/>
              <a:ext cx="523509" cy="523509"/>
            </a:xfrm>
            <a:prstGeom prst="ellipse">
              <a:avLst/>
            </a:prstGeom>
            <a:solidFill>
              <a:srgbClr val="FFC800"/>
            </a:solidFill>
            <a:ln w="1905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endParaRPr>
            </a:p>
          </p:txBody>
        </p:sp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A3A03654-1B6E-4B8C-4D99-923368ABB0D1}"/>
                </a:ext>
              </a:extLst>
            </p:cNvPr>
            <p:cNvSpPr/>
            <p:nvPr/>
          </p:nvSpPr>
          <p:spPr>
            <a:xfrm>
              <a:off x="3674483" y="4522436"/>
              <a:ext cx="523509" cy="523509"/>
            </a:xfrm>
            <a:prstGeom prst="ellipse">
              <a:avLst/>
            </a:prstGeom>
            <a:solidFill>
              <a:srgbClr val="FFC800"/>
            </a:solidFill>
            <a:ln w="1905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endParaRPr>
            </a:p>
          </p:txBody>
        </p:sp>
        <p:sp>
          <p:nvSpPr>
            <p:cNvPr id="42" name="Овал 41">
              <a:extLst>
                <a:ext uri="{FF2B5EF4-FFF2-40B4-BE49-F238E27FC236}">
                  <a16:creationId xmlns:a16="http://schemas.microsoft.com/office/drawing/2014/main" id="{CD5B9DB2-FAE3-C6BB-48F2-E3CFEBE04477}"/>
                </a:ext>
              </a:extLst>
            </p:cNvPr>
            <p:cNvSpPr/>
            <p:nvPr/>
          </p:nvSpPr>
          <p:spPr>
            <a:xfrm>
              <a:off x="3668484" y="5331752"/>
              <a:ext cx="523509" cy="523509"/>
            </a:xfrm>
            <a:prstGeom prst="ellipse">
              <a:avLst/>
            </a:prstGeom>
            <a:solidFill>
              <a:srgbClr val="FFC800"/>
            </a:solidFill>
            <a:ln w="1905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endParaRPr>
            </a:p>
          </p:txBody>
        </p:sp>
      </p:grp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C0725B14-E148-2F04-3BD0-E0E61C75BEF5}"/>
              </a:ext>
            </a:extLst>
          </p:cNvPr>
          <p:cNvCxnSpPr>
            <a:cxnSpLocks/>
          </p:cNvCxnSpPr>
          <p:nvPr/>
        </p:nvCxnSpPr>
        <p:spPr>
          <a:xfrm flipV="1">
            <a:off x="12192000" y="4567439"/>
            <a:ext cx="0" cy="8763000"/>
          </a:xfrm>
          <a:prstGeom prst="line">
            <a:avLst/>
          </a:prstGeom>
          <a:noFill/>
          <a:ln w="25400" cap="flat">
            <a:solidFill>
              <a:schemeClr val="tx1">
                <a:lumMod val="10000"/>
                <a:lumOff val="90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5865105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заголовок слайда"/>
          <p:cNvSpPr txBox="1"/>
          <p:nvPr/>
        </p:nvSpPr>
        <p:spPr>
          <a:xfrm>
            <a:off x="2414851" y="694709"/>
            <a:ext cx="16560953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601" name="спасибо"/>
          <p:cNvSpPr txBox="1"/>
          <p:nvPr/>
        </p:nvSpPr>
        <p:spPr>
          <a:xfrm>
            <a:off x="807330" y="9998690"/>
            <a:ext cx="21578977" cy="302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21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вопросы?</a:t>
            </a:r>
            <a:endParaRPr dirty="0"/>
          </a:p>
        </p:txBody>
      </p:sp>
      <p:pic>
        <p:nvPicPr>
          <p:cNvPr id="603" name="Изображение" descr="Изображение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0" y="971501"/>
            <a:ext cx="4779520" cy="899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297860-3EE1-FC0C-BD4D-3E0520798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21473">
            <a:off x="12409735" y="-6110871"/>
            <a:ext cx="17038481" cy="1652953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82E5F-EFEE-AEE4-17E3-040431FC9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заголовок слайда">
            <a:extLst>
              <a:ext uri="{FF2B5EF4-FFF2-40B4-BE49-F238E27FC236}">
                <a16:creationId xmlns:a16="http://schemas.microsoft.com/office/drawing/2014/main" id="{826AB41D-4233-A238-0CD6-BEBAEC1447BE}"/>
              </a:ext>
            </a:extLst>
          </p:cNvPr>
          <p:cNvSpPr txBox="1"/>
          <p:nvPr/>
        </p:nvSpPr>
        <p:spPr>
          <a:xfrm>
            <a:off x="2414851" y="694709"/>
            <a:ext cx="16560953" cy="927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6000" b="1">
                <a:solidFill>
                  <a:srgbClr val="141414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t>заголовок слайда</a:t>
            </a:r>
          </a:p>
        </p:txBody>
      </p:sp>
      <p:sp>
        <p:nvSpPr>
          <p:cNvPr id="601" name="спасибо">
            <a:extLst>
              <a:ext uri="{FF2B5EF4-FFF2-40B4-BE49-F238E27FC236}">
                <a16:creationId xmlns:a16="http://schemas.microsoft.com/office/drawing/2014/main" id="{956FE607-2AAF-233D-56EB-85446070CA4B}"/>
              </a:ext>
            </a:extLst>
          </p:cNvPr>
          <p:cNvSpPr txBox="1"/>
          <p:nvPr/>
        </p:nvSpPr>
        <p:spPr>
          <a:xfrm>
            <a:off x="807330" y="9998690"/>
            <a:ext cx="21578977" cy="302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21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 err="1"/>
              <a:t>спасибо</a:t>
            </a:r>
            <a:endParaRPr dirty="0"/>
          </a:p>
        </p:txBody>
      </p:sp>
      <p:pic>
        <p:nvPicPr>
          <p:cNvPr id="603" name="Изображение" descr="Изображение">
            <a:extLst>
              <a:ext uri="{FF2B5EF4-FFF2-40B4-BE49-F238E27FC236}">
                <a16:creationId xmlns:a16="http://schemas.microsoft.com/office/drawing/2014/main" id="{B60C4DF0-D2EC-FCAA-6E47-DB9D6B77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0" y="971501"/>
            <a:ext cx="4779520" cy="89985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15763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beetech">
      <a:dk1>
        <a:srgbClr val="1E1E1E"/>
      </a:dk1>
      <a:lt1>
        <a:srgbClr val="FFFFFF"/>
      </a:lt1>
      <a:dk2>
        <a:srgbClr val="141414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00C2AB"/>
      </a:accent4>
      <a:accent5>
        <a:srgbClr val="EC008C"/>
      </a:accent5>
      <a:accent6>
        <a:srgbClr val="6332C8"/>
      </a:accent6>
      <a:hlink>
        <a:srgbClr val="F07300"/>
      </a:hlink>
      <a:folHlink>
        <a:srgbClr val="E5093B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6DC749F4E63E2499755345AD71F676C" ma:contentTypeVersion="1" ma:contentTypeDescription="Создание документа." ma:contentTypeScope="" ma:versionID="befad51a7d1e2057edc29d085254fa4b">
  <xsd:schema xmlns:xsd="http://www.w3.org/2001/XMLSchema" xmlns:xs="http://www.w3.org/2001/XMLSchema" xmlns:p="http://schemas.microsoft.com/office/2006/metadata/properties" xmlns:ns2="b0d1da1b-b766-4d02-a7fe-ca5e63ac8b47" targetNamespace="http://schemas.microsoft.com/office/2006/metadata/properties" ma:root="true" ma:fieldsID="60ff9718db658d84870affcbadea4cab" ns2:_="">
    <xsd:import namespace="b0d1da1b-b766-4d02-a7fe-ca5e63ac8b4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1da1b-b766-4d02-a7fe-ca5e63ac8b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770616-B9A9-4136-8EF0-5FD8000A0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d1da1b-b766-4d02-a7fe-ca5e63ac8b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782C7-19C9-468F-A881-26AE90F9B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8C896-CF3A-4CE8-9C0B-CB9A407D05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1781</Words>
  <Application>Microsoft Macintosh PowerPoint</Application>
  <PresentationFormat>Произвольный</PresentationFormat>
  <Paragraphs>172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Beeline Sans</vt:lpstr>
      <vt:lpstr>Beeline Sans Black</vt:lpstr>
      <vt:lpstr>Beeline Sans Medium</vt:lpstr>
      <vt:lpstr>Helvetica Neue</vt:lpstr>
      <vt:lpstr>Helvetica Neue Medium</vt:lpstr>
      <vt:lpstr>21_BasicWhite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Миллер Марина Игоревна</cp:lastModifiedBy>
  <cp:revision>20</cp:revision>
  <dcterms:modified xsi:type="dcterms:W3CDTF">2026-05-12T07:54:46Z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0x010100C6DC749F4E63E2499755345AD71F676C</vt:lpwstr>
  </property>
</Properties>
</file>