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2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28.jpg"/><Relationship Id="rId5" Type="http://schemas.openxmlformats.org/officeDocument/2006/relationships/image" Target="../media/image82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/>
              <a:t>Trdelnik</a:t>
            </a:r>
            <a:endParaRPr lang="ru-RU" sz="4800"/>
          </a:p>
        </p:txBody>
      </p:sp>
      <p:pic>
        <p:nvPicPr>
          <p:cNvPr id="1636791008" name="Рисунок 3" descr="beeline_business_white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>
            <a:fillRect/>
          </a:stretch>
        </p:blipFill>
        <p:spPr>
          <a:xfrm>
            <a:off x="305186" y="329801"/>
            <a:ext cx="3314047" cy="1082589"/>
          </a:xfrm>
        </p:spPr>
      </p:pic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293741"/>
            <a:ext cx="8930641" cy="757174"/>
          </a:xfrm>
        </p:spPr>
        <p:txBody>
          <a:bodyPr anchor="ctr"/>
          <a:lstStyle/>
          <a:p>
            <a:pPr indent="0" marL="268288">
              <a:defRPr/>
            </a:pPr>
            <a:r>
              <a:rPr lang="ru-RU" sz="1600"/>
              <a:t>3. Интеллектуальный сервис планирования рабочих маршрутов для инженеров с учетом временных окон и сложности проводимых работ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1609484257" name="Рисунок 1" descr="team_pair.jp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1" r="31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Все заявки выполнены на 4 участках из 6, Юго-восток — 81 из 83, Запад — 59 из 60; меньше бригад нельзя — доказано на всех шести. На трёх участках организаторов 27 бригад, в реальный день было 35. Минимум бригад доказан в 88 из 88 тестовых задач в модели первого этапа, в 70 из 88 — в текущей.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Никита Подгузов, бекенд-разработчик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2 человека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вместе работаем в маленьком стартапе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</a:t>
            </a:r>
            <a:r>
              <a:rPr b="0">
                <a:solidFill>
                  <a:schemeClr val="tx1"/>
                </a:solidFill>
              </a:rPr>
              <a:t>Санкт-Петербург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Команда Trdelnik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16916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/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050">
                <a:solidFill>
                  <a:schemeClr val="tx1"/>
                </a:solidFill>
              </a:rPr>
              <a:t>Сервис «Пульс» для диспетчера и инженера. Оптимизатор на C++ за секунды распределяет заявки участка: начальный план по упущенной выгоде, затем параллельные потоки (имитация отжига, ALNS, SISR) сокращают число бригад и пробег. Учитывает навыки, окна, смены 2/2 и 5/2, обед, оборудование, длительность работы по сложности дома и темпу бригады, старт из дома, рейтинг монтажников. Время в пути — дороги OSRM, пробки по часам и общественный транспорт по расписаниям. События дня пересчитываются от текущего положения бригад, в том числе разворот к аварии в пути. Экран инженера на телефоне.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615230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632458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Дизайнер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@KseniiaShor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+7 911 133-12-08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Стартап Admin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632458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Ксения Шор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84698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1172799835" name="Рисунок 1" descr="nikita_crop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/>
          <a:stretch>
            <a:fillRect/>
          </a:stretch>
        </p:blipFill>
        <p:spPr>
          <a:xfrm>
            <a:off x="4167137" y="1816054"/>
            <a:ext cx="1552901" cy="1552901"/>
          </a:xfrm>
          <a:prstGeom prst="ellipse">
            <a:avLst/>
          </a:prstGeom>
        </p:spPr>
      </p:pic>
      <p:pic>
        <p:nvPicPr>
          <p:cNvPr id="288949743" name="Рисунок 2" descr="kseniia_crop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/>
          <a:stretch>
            <a:fillRect/>
          </a:stretch>
        </p:blipFill>
        <p:spPr>
          <a:xfrm>
            <a:off x="6477457" y="1826554"/>
            <a:ext cx="1542401" cy="1542401"/>
          </a:xfrm>
          <a:prstGeom prst="ellipse">
            <a:avLst/>
          </a:prstGeo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 TRDELNIK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4019268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Капитан, бекенд-разработчик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@Nikitosh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+7 993 478-72-39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Стартап Admin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401926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Никита Подгузов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 TRDELNIK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Вместе работаем в маленьком стартапе, участвовали в ЛЦТ в 2024 году.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Пришлось много работать с синтетическими данными и придумывать, какие сценарии по навыкам и транспорту нужно уметь поддерживать.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Нам интересны задачи на оптимизацию. Здесь качество плана можно посчитать и сравнить с тем, как день распределил диспетчер.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Время в пути: дороги OSRM, пробки по часам, дням недели и сетке ~330 м, общественный транспорт по расписаниям (автобусы, метро, МЦК, МЦД, электрички).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Длительность работы по сложности: этаж, лифт, год постройки дома, тип работы и темп бригады; коэффициенты уточняются по историческим данным о выездах.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Оптимизатор на C++: параллельные потоки (отжиг, ALNS, SISR) с обедом, сменами, оборудованием, рейтингом; обычный участок за 3 секунды. Нижняя граница — генерация столбцов.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Пересчёт событий дня от текущего положения бригад, независимая проверка каждого плана.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Меньше бригад и больше выполненных заявок: на Востоке 8 бригад выполняют 66 из 66 заявок, базовый вариант — 12 бригад и 38; на Югоцентре 7 и 56 против 11 и 37.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Диспетчер видит маршруты, причины назначений и последствия любого события; инженер — свой день на телефоне.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Руководитель видит, сколько бригад нужно, во что обходятся правила и где не хватает людей.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На вход нужна только выгрузка заявок и бригад в CSV или xlsx.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Дальше: планирование на несколько дней, пополнение оборудования днём.</a:t>
            </a: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